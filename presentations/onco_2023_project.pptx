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7"/>
  </p:notesMasterIdLst>
  <p:sldIdLst>
    <p:sldId id="256" r:id="rId2"/>
    <p:sldId id="257" r:id="rId3"/>
    <p:sldId id="260" r:id="rId4"/>
    <p:sldId id="261" r:id="rId5"/>
    <p:sldId id="263" r:id="rId6"/>
    <p:sldId id="264" r:id="rId7"/>
    <p:sldId id="262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06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C0C9DB-6804-437F-B79D-33E7A40738D3}" type="doc">
      <dgm:prSet loTypeId="urn:microsoft.com/office/officeart/2005/8/layout/matrix1" loCatId="matrix" qsTypeId="urn:microsoft.com/office/officeart/2005/8/quickstyle/3d2" qsCatId="3D" csTypeId="urn:microsoft.com/office/officeart/2005/8/colors/accent2_3" csCatId="accent2" phldr="1"/>
      <dgm:spPr/>
      <dgm:t>
        <a:bodyPr/>
        <a:lstStyle/>
        <a:p>
          <a:endParaRPr lang="en-IN"/>
        </a:p>
      </dgm:t>
    </dgm:pt>
    <dgm:pt modelId="{7A6B1D0A-6DA0-4AA9-A871-D6EBEED52A7B}">
      <dgm:prSet phldrT="[Text]" phldr="0"/>
      <dgm:spPr/>
      <dgm:t>
        <a:bodyPr/>
        <a:lstStyle/>
        <a:p>
          <a:r>
            <a:rPr lang="en-IN" dirty="0"/>
            <a:t>Inspection Ready TMF</a:t>
          </a:r>
        </a:p>
      </dgm:t>
    </dgm:pt>
    <dgm:pt modelId="{236EB4D2-BCA4-433C-BEAA-8706CC4A8737}" type="parTrans" cxnId="{5E7F59EB-EC18-4CF5-BC23-9BD76A8AD14D}">
      <dgm:prSet/>
      <dgm:spPr/>
      <dgm:t>
        <a:bodyPr/>
        <a:lstStyle/>
        <a:p>
          <a:endParaRPr lang="en-IN"/>
        </a:p>
      </dgm:t>
    </dgm:pt>
    <dgm:pt modelId="{2ADCE2E9-390A-49AB-BE08-AD636166FCC5}" type="sibTrans" cxnId="{5E7F59EB-EC18-4CF5-BC23-9BD76A8AD14D}">
      <dgm:prSet/>
      <dgm:spPr/>
      <dgm:t>
        <a:bodyPr/>
        <a:lstStyle/>
        <a:p>
          <a:endParaRPr lang="en-IN"/>
        </a:p>
      </dgm:t>
    </dgm:pt>
    <dgm:pt modelId="{C4DED201-471B-4364-BBA4-EC4171AB3E70}">
      <dgm:prSet phldrT="[Text]" phldr="0"/>
      <dgm:spPr/>
      <dgm:t>
        <a:bodyPr/>
        <a:lstStyle/>
        <a:p>
          <a:r>
            <a:rPr lang="en-IN" dirty="0"/>
            <a:t>Regulatory Inspection</a:t>
          </a:r>
        </a:p>
      </dgm:t>
    </dgm:pt>
    <dgm:pt modelId="{2E541AF4-5459-4635-BCD7-AD3E84395861}" type="parTrans" cxnId="{F24972DD-B01C-4E07-9DA8-500571ABC682}">
      <dgm:prSet/>
      <dgm:spPr/>
      <dgm:t>
        <a:bodyPr/>
        <a:lstStyle/>
        <a:p>
          <a:endParaRPr lang="en-IN"/>
        </a:p>
      </dgm:t>
    </dgm:pt>
    <dgm:pt modelId="{693977E1-D156-4C05-89F1-52FC6CFA3DFE}" type="sibTrans" cxnId="{F24972DD-B01C-4E07-9DA8-500571ABC682}">
      <dgm:prSet/>
      <dgm:spPr/>
      <dgm:t>
        <a:bodyPr/>
        <a:lstStyle/>
        <a:p>
          <a:endParaRPr lang="en-IN"/>
        </a:p>
      </dgm:t>
    </dgm:pt>
    <dgm:pt modelId="{D1720C92-9A3A-4519-9EB1-652D3B86507E}">
      <dgm:prSet phldrT="[Text]" phldr="0"/>
      <dgm:spPr/>
      <dgm:t>
        <a:bodyPr/>
        <a:lstStyle/>
        <a:p>
          <a:r>
            <a:rPr lang="en-IN" dirty="0"/>
            <a:t>Patient Safety Documentation</a:t>
          </a:r>
        </a:p>
      </dgm:t>
    </dgm:pt>
    <dgm:pt modelId="{E6E8DA63-1217-4C96-B673-E5755901F963}" type="parTrans" cxnId="{153BB537-4A4B-480B-A167-80D4AFED320A}">
      <dgm:prSet/>
      <dgm:spPr/>
      <dgm:t>
        <a:bodyPr/>
        <a:lstStyle/>
        <a:p>
          <a:endParaRPr lang="en-IN"/>
        </a:p>
      </dgm:t>
    </dgm:pt>
    <dgm:pt modelId="{A33307A9-D41F-4D95-98F2-D982D05EE5C1}" type="sibTrans" cxnId="{153BB537-4A4B-480B-A167-80D4AFED320A}">
      <dgm:prSet/>
      <dgm:spPr/>
      <dgm:t>
        <a:bodyPr/>
        <a:lstStyle/>
        <a:p>
          <a:endParaRPr lang="en-IN"/>
        </a:p>
      </dgm:t>
    </dgm:pt>
    <dgm:pt modelId="{735B79A7-BB3C-45D9-B2B7-B3E01D7EEEF9}">
      <dgm:prSet phldrT="[Text]" phldr="0"/>
      <dgm:spPr/>
      <dgm:t>
        <a:bodyPr/>
        <a:lstStyle/>
        <a:p>
          <a:r>
            <a:rPr lang="en-IN" dirty="0"/>
            <a:t>Sponsor Oversight</a:t>
          </a:r>
        </a:p>
      </dgm:t>
    </dgm:pt>
    <dgm:pt modelId="{93756836-08BE-4145-B10C-1FA9CCA2E95E}" type="parTrans" cxnId="{2FFC2327-6AE0-4197-BAAD-F846EE3A2B98}">
      <dgm:prSet/>
      <dgm:spPr/>
      <dgm:t>
        <a:bodyPr/>
        <a:lstStyle/>
        <a:p>
          <a:endParaRPr lang="en-IN"/>
        </a:p>
      </dgm:t>
    </dgm:pt>
    <dgm:pt modelId="{09F4D339-3595-4FAB-82CD-56FF9D20570D}" type="sibTrans" cxnId="{2FFC2327-6AE0-4197-BAAD-F846EE3A2B98}">
      <dgm:prSet/>
      <dgm:spPr/>
      <dgm:t>
        <a:bodyPr/>
        <a:lstStyle/>
        <a:p>
          <a:endParaRPr lang="en-IN"/>
        </a:p>
      </dgm:t>
    </dgm:pt>
    <dgm:pt modelId="{D7971869-4B81-4D62-A5A7-A1C1725AD07E}">
      <dgm:prSet phldrT="[Text]" phldr="1"/>
      <dgm:spPr/>
      <dgm:t>
        <a:bodyPr/>
        <a:lstStyle/>
        <a:p>
          <a:endParaRPr lang="en-IN" dirty="0"/>
        </a:p>
      </dgm:t>
    </dgm:pt>
    <dgm:pt modelId="{C310620F-7D85-452B-B5EE-C9E13C09FCAD}" type="parTrans" cxnId="{3A9F0FC7-D174-410D-BFBF-CC2B00E87557}">
      <dgm:prSet/>
      <dgm:spPr/>
      <dgm:t>
        <a:bodyPr/>
        <a:lstStyle/>
        <a:p>
          <a:endParaRPr lang="en-IN"/>
        </a:p>
      </dgm:t>
    </dgm:pt>
    <dgm:pt modelId="{0C59B6E6-A0C4-42E8-9366-424C8A299697}" type="sibTrans" cxnId="{3A9F0FC7-D174-410D-BFBF-CC2B00E87557}">
      <dgm:prSet/>
      <dgm:spPr/>
      <dgm:t>
        <a:bodyPr/>
        <a:lstStyle/>
        <a:p>
          <a:endParaRPr lang="en-IN"/>
        </a:p>
      </dgm:t>
    </dgm:pt>
    <dgm:pt modelId="{91D496C2-D65E-4EE3-9868-9334555D026D}">
      <dgm:prSet phldrT="[Text]" phldr="0"/>
      <dgm:spPr/>
      <dgm:t>
        <a:bodyPr/>
        <a:lstStyle/>
        <a:p>
          <a:r>
            <a:rPr lang="en-IN"/>
            <a:t>ICH GCP Compilance</a:t>
          </a:r>
          <a:endParaRPr lang="en-IN" dirty="0"/>
        </a:p>
      </dgm:t>
    </dgm:pt>
    <dgm:pt modelId="{1F31A1F3-C066-4064-A4CC-F95C8F1D52C1}" type="parTrans" cxnId="{F927CFEE-5507-4103-9AD6-6B6F347F27F2}">
      <dgm:prSet/>
      <dgm:spPr/>
      <dgm:t>
        <a:bodyPr/>
        <a:lstStyle/>
        <a:p>
          <a:endParaRPr lang="en-IN"/>
        </a:p>
      </dgm:t>
    </dgm:pt>
    <dgm:pt modelId="{CD1EDDE1-263E-4763-A270-9125E26F0F5D}" type="sibTrans" cxnId="{F927CFEE-5507-4103-9AD6-6B6F347F27F2}">
      <dgm:prSet/>
      <dgm:spPr/>
      <dgm:t>
        <a:bodyPr/>
        <a:lstStyle/>
        <a:p>
          <a:endParaRPr lang="en-IN"/>
        </a:p>
      </dgm:t>
    </dgm:pt>
    <dgm:pt modelId="{F5501B6C-786E-4693-A01F-7877BB076005}" type="pres">
      <dgm:prSet presAssocID="{E8C0C9DB-6804-437F-B79D-33E7A40738D3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F9E75CE-1EAA-45D6-857A-63FCC3ADA07F}" type="pres">
      <dgm:prSet presAssocID="{E8C0C9DB-6804-437F-B79D-33E7A40738D3}" presName="matrix" presStyleCnt="0"/>
      <dgm:spPr/>
    </dgm:pt>
    <dgm:pt modelId="{B7348FE0-A856-4194-BB98-681EA6DB67BF}" type="pres">
      <dgm:prSet presAssocID="{E8C0C9DB-6804-437F-B79D-33E7A40738D3}" presName="tile1" presStyleLbl="node1" presStyleIdx="0" presStyleCnt="4" custLinFactNeighborY="0"/>
      <dgm:spPr/>
    </dgm:pt>
    <dgm:pt modelId="{717844C7-8A86-4E26-84A2-F6DA63EC0476}" type="pres">
      <dgm:prSet presAssocID="{E8C0C9DB-6804-437F-B79D-33E7A40738D3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3A24AE3-712C-43E7-9CAA-A9D2E53108CE}" type="pres">
      <dgm:prSet presAssocID="{E8C0C9DB-6804-437F-B79D-33E7A40738D3}" presName="tile2" presStyleLbl="node1" presStyleIdx="1" presStyleCnt="4"/>
      <dgm:spPr/>
    </dgm:pt>
    <dgm:pt modelId="{18BEDEC0-75DE-4B8D-A8F1-2601835E7B75}" type="pres">
      <dgm:prSet presAssocID="{E8C0C9DB-6804-437F-B79D-33E7A40738D3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E1EDCF0-DCB4-4A62-ABED-DA2BF9C76E5E}" type="pres">
      <dgm:prSet presAssocID="{E8C0C9DB-6804-437F-B79D-33E7A40738D3}" presName="tile3" presStyleLbl="node1" presStyleIdx="2" presStyleCnt="4"/>
      <dgm:spPr/>
    </dgm:pt>
    <dgm:pt modelId="{B1CF3D82-20A9-4918-8F8C-D34840480711}" type="pres">
      <dgm:prSet presAssocID="{E8C0C9DB-6804-437F-B79D-33E7A40738D3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E4986FB-A167-427D-82D8-105E41C7DC48}" type="pres">
      <dgm:prSet presAssocID="{E8C0C9DB-6804-437F-B79D-33E7A40738D3}" presName="tile4" presStyleLbl="node1" presStyleIdx="3" presStyleCnt="4"/>
      <dgm:spPr/>
    </dgm:pt>
    <dgm:pt modelId="{716C03DD-D167-40DF-8831-3E8328624445}" type="pres">
      <dgm:prSet presAssocID="{E8C0C9DB-6804-437F-B79D-33E7A40738D3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A50032BE-D761-4A61-AFC7-3C47C54317B3}" type="pres">
      <dgm:prSet presAssocID="{E8C0C9DB-6804-437F-B79D-33E7A40738D3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B5413D0C-F1CA-4B0B-94D3-0955BF83BFBB}" type="presOf" srcId="{91D496C2-D65E-4EE3-9868-9334555D026D}" destId="{AE4986FB-A167-427D-82D8-105E41C7DC48}" srcOrd="0" destOrd="0" presId="urn:microsoft.com/office/officeart/2005/8/layout/matrix1"/>
    <dgm:cxn modelId="{2FFC2327-6AE0-4197-BAAD-F846EE3A2B98}" srcId="{7A6B1D0A-6DA0-4AA9-A871-D6EBEED52A7B}" destId="{735B79A7-BB3C-45D9-B2B7-B3E01D7EEEF9}" srcOrd="2" destOrd="0" parTransId="{93756836-08BE-4145-B10C-1FA9CCA2E95E}" sibTransId="{09F4D339-3595-4FAB-82CD-56FF9D20570D}"/>
    <dgm:cxn modelId="{AB28A437-7E45-4467-AD42-E42496DAE5BB}" type="presOf" srcId="{735B79A7-BB3C-45D9-B2B7-B3E01D7EEEF9}" destId="{7E1EDCF0-DCB4-4A62-ABED-DA2BF9C76E5E}" srcOrd="0" destOrd="0" presId="urn:microsoft.com/office/officeart/2005/8/layout/matrix1"/>
    <dgm:cxn modelId="{153BB537-4A4B-480B-A167-80D4AFED320A}" srcId="{7A6B1D0A-6DA0-4AA9-A871-D6EBEED52A7B}" destId="{D1720C92-9A3A-4519-9EB1-652D3B86507E}" srcOrd="1" destOrd="0" parTransId="{E6E8DA63-1217-4C96-B673-E5755901F963}" sibTransId="{A33307A9-D41F-4D95-98F2-D982D05EE5C1}"/>
    <dgm:cxn modelId="{DE59EC5C-D885-4E24-A684-12D2AEE3EA59}" type="presOf" srcId="{91D496C2-D65E-4EE3-9868-9334555D026D}" destId="{716C03DD-D167-40DF-8831-3E8328624445}" srcOrd="1" destOrd="0" presId="urn:microsoft.com/office/officeart/2005/8/layout/matrix1"/>
    <dgm:cxn modelId="{5D926F8A-3D65-442F-BA8C-29B9362DCF00}" type="presOf" srcId="{E8C0C9DB-6804-437F-B79D-33E7A40738D3}" destId="{F5501B6C-786E-4693-A01F-7877BB076005}" srcOrd="0" destOrd="0" presId="urn:microsoft.com/office/officeart/2005/8/layout/matrix1"/>
    <dgm:cxn modelId="{520A3493-DF94-4470-975F-9265540AC840}" type="presOf" srcId="{C4DED201-471B-4364-BBA4-EC4171AB3E70}" destId="{B7348FE0-A856-4194-BB98-681EA6DB67BF}" srcOrd="0" destOrd="0" presId="urn:microsoft.com/office/officeart/2005/8/layout/matrix1"/>
    <dgm:cxn modelId="{71A65599-4860-44B5-84EC-FEC0FE22D2F3}" type="presOf" srcId="{735B79A7-BB3C-45D9-B2B7-B3E01D7EEEF9}" destId="{B1CF3D82-20A9-4918-8F8C-D34840480711}" srcOrd="1" destOrd="0" presId="urn:microsoft.com/office/officeart/2005/8/layout/matrix1"/>
    <dgm:cxn modelId="{46551D9E-9A84-4C93-AF5F-42E21BAA20DF}" type="presOf" srcId="{D1720C92-9A3A-4519-9EB1-652D3B86507E}" destId="{43A24AE3-712C-43E7-9CAA-A9D2E53108CE}" srcOrd="0" destOrd="0" presId="urn:microsoft.com/office/officeart/2005/8/layout/matrix1"/>
    <dgm:cxn modelId="{06D2FFA2-56C1-407A-A561-9C0C74952031}" type="presOf" srcId="{D1720C92-9A3A-4519-9EB1-652D3B86507E}" destId="{18BEDEC0-75DE-4B8D-A8F1-2601835E7B75}" srcOrd="1" destOrd="0" presId="urn:microsoft.com/office/officeart/2005/8/layout/matrix1"/>
    <dgm:cxn modelId="{BBDBC9B4-E00C-4E27-BBF0-63F06749CB98}" type="presOf" srcId="{C4DED201-471B-4364-BBA4-EC4171AB3E70}" destId="{717844C7-8A86-4E26-84A2-F6DA63EC0476}" srcOrd="1" destOrd="0" presId="urn:microsoft.com/office/officeart/2005/8/layout/matrix1"/>
    <dgm:cxn modelId="{68B35FC4-A552-4F69-8CC5-53A192BFFB63}" type="presOf" srcId="{7A6B1D0A-6DA0-4AA9-A871-D6EBEED52A7B}" destId="{A50032BE-D761-4A61-AFC7-3C47C54317B3}" srcOrd="0" destOrd="0" presId="urn:microsoft.com/office/officeart/2005/8/layout/matrix1"/>
    <dgm:cxn modelId="{3A9F0FC7-D174-410D-BFBF-CC2B00E87557}" srcId="{E8C0C9DB-6804-437F-B79D-33E7A40738D3}" destId="{D7971869-4B81-4D62-A5A7-A1C1725AD07E}" srcOrd="1" destOrd="0" parTransId="{C310620F-7D85-452B-B5EE-C9E13C09FCAD}" sibTransId="{0C59B6E6-A0C4-42E8-9366-424C8A299697}"/>
    <dgm:cxn modelId="{F24972DD-B01C-4E07-9DA8-500571ABC682}" srcId="{7A6B1D0A-6DA0-4AA9-A871-D6EBEED52A7B}" destId="{C4DED201-471B-4364-BBA4-EC4171AB3E70}" srcOrd="0" destOrd="0" parTransId="{2E541AF4-5459-4635-BCD7-AD3E84395861}" sibTransId="{693977E1-D156-4C05-89F1-52FC6CFA3DFE}"/>
    <dgm:cxn modelId="{5E7F59EB-EC18-4CF5-BC23-9BD76A8AD14D}" srcId="{E8C0C9DB-6804-437F-B79D-33E7A40738D3}" destId="{7A6B1D0A-6DA0-4AA9-A871-D6EBEED52A7B}" srcOrd="0" destOrd="0" parTransId="{236EB4D2-BCA4-433C-BEAA-8706CC4A8737}" sibTransId="{2ADCE2E9-390A-49AB-BE08-AD636166FCC5}"/>
    <dgm:cxn modelId="{F927CFEE-5507-4103-9AD6-6B6F347F27F2}" srcId="{7A6B1D0A-6DA0-4AA9-A871-D6EBEED52A7B}" destId="{91D496C2-D65E-4EE3-9868-9334555D026D}" srcOrd="3" destOrd="0" parTransId="{1F31A1F3-C066-4064-A4CC-F95C8F1D52C1}" sibTransId="{CD1EDDE1-263E-4763-A270-9125E26F0F5D}"/>
    <dgm:cxn modelId="{95D8F8EE-9840-469C-A89E-8B0593FA057F}" type="presParOf" srcId="{F5501B6C-786E-4693-A01F-7877BB076005}" destId="{BF9E75CE-1EAA-45D6-857A-63FCC3ADA07F}" srcOrd="0" destOrd="0" presId="urn:microsoft.com/office/officeart/2005/8/layout/matrix1"/>
    <dgm:cxn modelId="{E425B2AF-8221-42E4-99C2-B23B162E98FC}" type="presParOf" srcId="{BF9E75CE-1EAA-45D6-857A-63FCC3ADA07F}" destId="{B7348FE0-A856-4194-BB98-681EA6DB67BF}" srcOrd="0" destOrd="0" presId="urn:microsoft.com/office/officeart/2005/8/layout/matrix1"/>
    <dgm:cxn modelId="{9FEE9872-8F71-48F4-B947-6846EDCB214B}" type="presParOf" srcId="{BF9E75CE-1EAA-45D6-857A-63FCC3ADA07F}" destId="{717844C7-8A86-4E26-84A2-F6DA63EC0476}" srcOrd="1" destOrd="0" presId="urn:microsoft.com/office/officeart/2005/8/layout/matrix1"/>
    <dgm:cxn modelId="{8B7BFD39-31B8-47F9-BEF4-F49DDA31CB08}" type="presParOf" srcId="{BF9E75CE-1EAA-45D6-857A-63FCC3ADA07F}" destId="{43A24AE3-712C-43E7-9CAA-A9D2E53108CE}" srcOrd="2" destOrd="0" presId="urn:microsoft.com/office/officeart/2005/8/layout/matrix1"/>
    <dgm:cxn modelId="{344FDFED-426E-4923-9DB9-253127D45DD9}" type="presParOf" srcId="{BF9E75CE-1EAA-45D6-857A-63FCC3ADA07F}" destId="{18BEDEC0-75DE-4B8D-A8F1-2601835E7B75}" srcOrd="3" destOrd="0" presId="urn:microsoft.com/office/officeart/2005/8/layout/matrix1"/>
    <dgm:cxn modelId="{8E14BC5C-659D-4892-B23B-EAC34255FF37}" type="presParOf" srcId="{BF9E75CE-1EAA-45D6-857A-63FCC3ADA07F}" destId="{7E1EDCF0-DCB4-4A62-ABED-DA2BF9C76E5E}" srcOrd="4" destOrd="0" presId="urn:microsoft.com/office/officeart/2005/8/layout/matrix1"/>
    <dgm:cxn modelId="{9E6C69EF-6EA5-437A-BDFF-92D1404DA6DD}" type="presParOf" srcId="{BF9E75CE-1EAA-45D6-857A-63FCC3ADA07F}" destId="{B1CF3D82-20A9-4918-8F8C-D34840480711}" srcOrd="5" destOrd="0" presId="urn:microsoft.com/office/officeart/2005/8/layout/matrix1"/>
    <dgm:cxn modelId="{188A6833-CD05-442D-B621-4984CB28B7A4}" type="presParOf" srcId="{BF9E75CE-1EAA-45D6-857A-63FCC3ADA07F}" destId="{AE4986FB-A167-427D-82D8-105E41C7DC48}" srcOrd="6" destOrd="0" presId="urn:microsoft.com/office/officeart/2005/8/layout/matrix1"/>
    <dgm:cxn modelId="{B7D1EF2E-7C31-4D8D-B73F-A9FF04074F9D}" type="presParOf" srcId="{BF9E75CE-1EAA-45D6-857A-63FCC3ADA07F}" destId="{716C03DD-D167-40DF-8831-3E8328624445}" srcOrd="7" destOrd="0" presId="urn:microsoft.com/office/officeart/2005/8/layout/matrix1"/>
    <dgm:cxn modelId="{5E3BD8C7-BB55-4857-B892-79202F15EFAE}" type="presParOf" srcId="{F5501B6C-786E-4693-A01F-7877BB076005}" destId="{A50032BE-D761-4A61-AFC7-3C47C54317B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FEF475-1336-402C-BB4A-2733080C2706}" type="doc">
      <dgm:prSet loTypeId="urn:microsoft.com/office/officeart/2011/layout/RadialPictureList" loCatId="officeonline" qsTypeId="urn:microsoft.com/office/officeart/2005/8/quickstyle/3d3" qsCatId="3D" csTypeId="urn:microsoft.com/office/officeart/2005/8/colors/accent2_4" csCatId="accent2" phldr="1"/>
      <dgm:spPr/>
      <dgm:t>
        <a:bodyPr/>
        <a:lstStyle/>
        <a:p>
          <a:endParaRPr lang="en-IN"/>
        </a:p>
      </dgm:t>
    </dgm:pt>
    <dgm:pt modelId="{9670AF27-004B-439E-8D62-C8CCC78CA206}">
      <dgm:prSet phldrT="[Text]" phldr="0"/>
      <dgm:spPr/>
      <dgm:t>
        <a:bodyPr/>
        <a:lstStyle/>
        <a:p>
          <a:r>
            <a:rPr lang="en-IN" dirty="0"/>
            <a:t>Master TMF Baseline</a:t>
          </a:r>
        </a:p>
      </dgm:t>
    </dgm:pt>
    <dgm:pt modelId="{C786E52B-9539-43DA-A80D-E6F6D690E15A}" type="parTrans" cxnId="{5AE0B087-2FD9-4364-8E42-42F4954CD3DE}">
      <dgm:prSet/>
      <dgm:spPr/>
      <dgm:t>
        <a:bodyPr/>
        <a:lstStyle/>
        <a:p>
          <a:endParaRPr lang="en-IN"/>
        </a:p>
      </dgm:t>
    </dgm:pt>
    <dgm:pt modelId="{20012A36-B680-40E7-9DE6-C9AEB22732F4}" type="sibTrans" cxnId="{5AE0B087-2FD9-4364-8E42-42F4954CD3DE}">
      <dgm:prSet/>
      <dgm:spPr/>
      <dgm:t>
        <a:bodyPr/>
        <a:lstStyle/>
        <a:p>
          <a:endParaRPr lang="en-IN"/>
        </a:p>
      </dgm:t>
    </dgm:pt>
    <dgm:pt modelId="{7F47B897-00E9-4A0B-B51B-539F5E0CCCD4}">
      <dgm:prSet phldrT="[Text]" phldr="0" custT="1"/>
      <dgm:spPr/>
      <dgm:t>
        <a:bodyPr/>
        <a:lstStyle/>
        <a:p>
          <a:pPr>
            <a:buNone/>
          </a:pPr>
          <a:r>
            <a:rPr lang="en-IN" sz="2000" dirty="0"/>
            <a:t>DIA Reference Model </a:t>
          </a:r>
        </a:p>
        <a:p>
          <a:pPr>
            <a:buFont typeface="Arial" panose="020B0604020202020204" pitchFamily="34" charset="0"/>
            <a:buNone/>
          </a:pPr>
          <a:r>
            <a:rPr lang="en-IN" sz="2000" dirty="0"/>
            <a:t>Core taxonomy and Zone Mapping</a:t>
          </a:r>
        </a:p>
      </dgm:t>
    </dgm:pt>
    <dgm:pt modelId="{2EE418A1-822E-44DD-9ECC-BEA3ECA891E3}" type="parTrans" cxnId="{3464A476-C2EF-4A98-ACF2-90351F2FA9E2}">
      <dgm:prSet/>
      <dgm:spPr/>
      <dgm:t>
        <a:bodyPr/>
        <a:lstStyle/>
        <a:p>
          <a:endParaRPr lang="en-IN"/>
        </a:p>
      </dgm:t>
    </dgm:pt>
    <dgm:pt modelId="{85995D9A-6701-4F35-8CAF-F9AE6B7A20A4}" type="sibTrans" cxnId="{3464A476-C2EF-4A98-ACF2-90351F2FA9E2}">
      <dgm:prSet/>
      <dgm:spPr/>
      <dgm:t>
        <a:bodyPr/>
        <a:lstStyle/>
        <a:p>
          <a:endParaRPr lang="en-IN"/>
        </a:p>
      </dgm:t>
    </dgm:pt>
    <dgm:pt modelId="{A321A882-D7EE-4D7D-B311-72CE5F8E508B}">
      <dgm:prSet phldrT="[Text]" phldr="0" custT="1"/>
      <dgm:spPr/>
      <dgm:t>
        <a:bodyPr/>
        <a:lstStyle/>
        <a:p>
          <a:pPr algn="l"/>
          <a:r>
            <a:rPr lang="en-IN" sz="2000" dirty="0"/>
            <a:t>ICH E6 R3 </a:t>
          </a:r>
        </a:p>
        <a:p>
          <a:pPr algn="l"/>
          <a:r>
            <a:rPr lang="en-IN" sz="2000" dirty="0"/>
            <a:t>Essential Document Compliance</a:t>
          </a:r>
        </a:p>
      </dgm:t>
    </dgm:pt>
    <dgm:pt modelId="{C00D113F-414E-4820-A0D2-553E4A99641F}" type="parTrans" cxnId="{C9CCF57A-30FD-422A-8509-2626AC9C7A94}">
      <dgm:prSet/>
      <dgm:spPr/>
      <dgm:t>
        <a:bodyPr/>
        <a:lstStyle/>
        <a:p>
          <a:endParaRPr lang="en-IN"/>
        </a:p>
      </dgm:t>
    </dgm:pt>
    <dgm:pt modelId="{7E193B81-CB67-4259-B3B4-EE769E7EBDAF}" type="sibTrans" cxnId="{C9CCF57A-30FD-422A-8509-2626AC9C7A94}">
      <dgm:prSet/>
      <dgm:spPr/>
      <dgm:t>
        <a:bodyPr/>
        <a:lstStyle/>
        <a:p>
          <a:endParaRPr lang="en-IN"/>
        </a:p>
      </dgm:t>
    </dgm:pt>
    <dgm:pt modelId="{B4EC9F13-CE84-40FA-BD75-8C7B9AAB5FF7}">
      <dgm:prSet phldrT="[Text]" phldr="0" custT="1"/>
      <dgm:spPr/>
      <dgm:t>
        <a:bodyPr/>
        <a:lstStyle/>
        <a:p>
          <a:r>
            <a:rPr lang="en-IN" sz="2000" dirty="0"/>
            <a:t>21 CFR Part 11</a:t>
          </a:r>
        </a:p>
        <a:p>
          <a:r>
            <a:rPr lang="en-IN" sz="2000" dirty="0"/>
            <a:t>Electronic Signature and Data Integrity Validation</a:t>
          </a:r>
        </a:p>
      </dgm:t>
    </dgm:pt>
    <dgm:pt modelId="{2F6F6534-62AF-4477-B1BD-201206960EB8}" type="parTrans" cxnId="{135A0D4F-0C00-4189-8503-B8EFE537DBA0}">
      <dgm:prSet/>
      <dgm:spPr/>
      <dgm:t>
        <a:bodyPr/>
        <a:lstStyle/>
        <a:p>
          <a:endParaRPr lang="en-IN"/>
        </a:p>
      </dgm:t>
    </dgm:pt>
    <dgm:pt modelId="{E156CD16-E85C-481F-85AD-C44AF1A0857D}" type="sibTrans" cxnId="{135A0D4F-0C00-4189-8503-B8EFE537DBA0}">
      <dgm:prSet/>
      <dgm:spPr/>
      <dgm:t>
        <a:bodyPr/>
        <a:lstStyle/>
        <a:p>
          <a:endParaRPr lang="en-IN"/>
        </a:p>
      </dgm:t>
    </dgm:pt>
    <dgm:pt modelId="{C82611D4-7DF9-47D9-8A66-7A67221EF1CC}" type="pres">
      <dgm:prSet presAssocID="{D0FEF475-1336-402C-BB4A-2733080C2706}" presName="Name0" presStyleCnt="0">
        <dgm:presLayoutVars>
          <dgm:chMax val="1"/>
          <dgm:chPref val="1"/>
          <dgm:dir/>
          <dgm:resizeHandles/>
        </dgm:presLayoutVars>
      </dgm:prSet>
      <dgm:spPr/>
    </dgm:pt>
    <dgm:pt modelId="{7773DB5E-EA66-4ED1-B162-D4C1FF12A851}" type="pres">
      <dgm:prSet presAssocID="{9670AF27-004B-439E-8D62-C8CCC78CA206}" presName="Parent" presStyleLbl="node1" presStyleIdx="0" presStyleCnt="2">
        <dgm:presLayoutVars>
          <dgm:chMax val="4"/>
          <dgm:chPref val="3"/>
        </dgm:presLayoutVars>
      </dgm:prSet>
      <dgm:spPr/>
    </dgm:pt>
    <dgm:pt modelId="{80A4DC41-B59A-4C68-9688-A0D377D25688}" type="pres">
      <dgm:prSet presAssocID="{7F47B897-00E9-4A0B-B51B-539F5E0CCCD4}" presName="Accent" presStyleLbl="node1" presStyleIdx="1" presStyleCnt="2"/>
      <dgm:spPr/>
    </dgm:pt>
    <dgm:pt modelId="{7B202D51-36D4-4A19-BA87-A94E0655DB2F}" type="pres">
      <dgm:prSet presAssocID="{7F47B897-00E9-4A0B-B51B-539F5E0CCCD4}" presName="Image1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1000" b="-1000"/>
          </a:stretch>
        </a:blipFill>
      </dgm:spPr>
    </dgm:pt>
    <dgm:pt modelId="{A48C2B69-9F80-401F-BE2E-88266D2619A5}" type="pres">
      <dgm:prSet presAssocID="{7F47B897-00E9-4A0B-B51B-539F5E0CCCD4}" presName="Child1" presStyleLbl="revTx" presStyleIdx="0" presStyleCnt="3" custScaleX="195453" custScaleY="79552" custLinFactNeighborX="54784" custLinFactNeighborY="-15595">
        <dgm:presLayoutVars>
          <dgm:chMax val="0"/>
          <dgm:chPref val="0"/>
          <dgm:bulletEnabled val="1"/>
        </dgm:presLayoutVars>
      </dgm:prSet>
      <dgm:spPr/>
    </dgm:pt>
    <dgm:pt modelId="{5A256D93-68EE-4D64-9BB8-F370D32CE4A9}" type="pres">
      <dgm:prSet presAssocID="{A321A882-D7EE-4D7D-B311-72CE5F8E508B}" presName="Image2" presStyleCnt="0"/>
      <dgm:spPr/>
    </dgm:pt>
    <dgm:pt modelId="{290C6B78-E7C1-49D6-A95C-41438B0EC578}" type="pres">
      <dgm:prSet presAssocID="{A321A882-D7EE-4D7D-B311-72CE5F8E508B}" presName="Image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82BADE64-C7F3-49E0-8DB4-1C76FDCCB778}" type="pres">
      <dgm:prSet presAssocID="{A321A882-D7EE-4D7D-B311-72CE5F8E508B}" presName="Child2" presStyleLbl="revTx" presStyleIdx="1" presStyleCnt="3" custScaleX="196874" custScaleY="108954" custLinFactNeighborX="46727" custLinFactNeighborY="-4570">
        <dgm:presLayoutVars>
          <dgm:chMax val="0"/>
          <dgm:chPref val="0"/>
          <dgm:bulletEnabled val="1"/>
        </dgm:presLayoutVars>
      </dgm:prSet>
      <dgm:spPr/>
    </dgm:pt>
    <dgm:pt modelId="{33A469AC-38C7-48E7-BF37-276C98B64D60}" type="pres">
      <dgm:prSet presAssocID="{B4EC9F13-CE84-40FA-BD75-8C7B9AAB5FF7}" presName="Image3" presStyleCnt="0"/>
      <dgm:spPr/>
    </dgm:pt>
    <dgm:pt modelId="{D4B2D138-2D12-49FF-80AE-177418468284}" type="pres">
      <dgm:prSet presAssocID="{B4EC9F13-CE84-40FA-BD75-8C7B9AAB5FF7}" presName="Image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15000" r="-15000"/>
          </a:stretch>
        </a:blipFill>
      </dgm:spPr>
    </dgm:pt>
    <dgm:pt modelId="{09F50584-872B-42A2-A047-D703646BB459}" type="pres">
      <dgm:prSet presAssocID="{B4EC9F13-CE84-40FA-BD75-8C7B9AAB5FF7}" presName="Child3" presStyleLbl="revTx" presStyleIdx="2" presStyleCnt="3" custScaleX="209311" custLinFactNeighborX="60424" custLinFactNeighborY="1114">
        <dgm:presLayoutVars>
          <dgm:chMax val="0"/>
          <dgm:chPref val="0"/>
          <dgm:bulletEnabled val="1"/>
        </dgm:presLayoutVars>
      </dgm:prSet>
      <dgm:spPr/>
    </dgm:pt>
  </dgm:ptLst>
  <dgm:cxnLst>
    <dgm:cxn modelId="{997B9D2C-C73B-4DF9-9989-FBCD8D28F902}" type="presOf" srcId="{9670AF27-004B-439E-8D62-C8CCC78CA206}" destId="{7773DB5E-EA66-4ED1-B162-D4C1FF12A851}" srcOrd="0" destOrd="0" presId="urn:microsoft.com/office/officeart/2011/layout/RadialPictureList"/>
    <dgm:cxn modelId="{135A0D4F-0C00-4189-8503-B8EFE537DBA0}" srcId="{9670AF27-004B-439E-8D62-C8CCC78CA206}" destId="{B4EC9F13-CE84-40FA-BD75-8C7B9AAB5FF7}" srcOrd="2" destOrd="0" parTransId="{2F6F6534-62AF-4477-B1BD-201206960EB8}" sibTransId="{E156CD16-E85C-481F-85AD-C44AF1A0857D}"/>
    <dgm:cxn modelId="{3464A476-C2EF-4A98-ACF2-90351F2FA9E2}" srcId="{9670AF27-004B-439E-8D62-C8CCC78CA206}" destId="{7F47B897-00E9-4A0B-B51B-539F5E0CCCD4}" srcOrd="0" destOrd="0" parTransId="{2EE418A1-822E-44DD-9ECC-BEA3ECA891E3}" sibTransId="{85995D9A-6701-4F35-8CAF-F9AE6B7A20A4}"/>
    <dgm:cxn modelId="{C9CCF57A-30FD-422A-8509-2626AC9C7A94}" srcId="{9670AF27-004B-439E-8D62-C8CCC78CA206}" destId="{A321A882-D7EE-4D7D-B311-72CE5F8E508B}" srcOrd="1" destOrd="0" parTransId="{C00D113F-414E-4820-A0D2-553E4A99641F}" sibTransId="{7E193B81-CB67-4259-B3B4-EE769E7EBDAF}"/>
    <dgm:cxn modelId="{ED059183-9510-4372-A102-E08A13E02EFE}" type="presOf" srcId="{7F47B897-00E9-4A0B-B51B-539F5E0CCCD4}" destId="{A48C2B69-9F80-401F-BE2E-88266D2619A5}" srcOrd="0" destOrd="0" presId="urn:microsoft.com/office/officeart/2011/layout/RadialPictureList"/>
    <dgm:cxn modelId="{5AE0B087-2FD9-4364-8E42-42F4954CD3DE}" srcId="{D0FEF475-1336-402C-BB4A-2733080C2706}" destId="{9670AF27-004B-439E-8D62-C8CCC78CA206}" srcOrd="0" destOrd="0" parTransId="{C786E52B-9539-43DA-A80D-E6F6D690E15A}" sibTransId="{20012A36-B680-40E7-9DE6-C9AEB22732F4}"/>
    <dgm:cxn modelId="{C28BEF92-3AAB-46D9-A0CF-2CDBBFB39276}" type="presOf" srcId="{B4EC9F13-CE84-40FA-BD75-8C7B9AAB5FF7}" destId="{09F50584-872B-42A2-A047-D703646BB459}" srcOrd="0" destOrd="0" presId="urn:microsoft.com/office/officeart/2011/layout/RadialPictureList"/>
    <dgm:cxn modelId="{D6E17EB2-1C13-42F1-AB01-836510A57EEE}" type="presOf" srcId="{A321A882-D7EE-4D7D-B311-72CE5F8E508B}" destId="{82BADE64-C7F3-49E0-8DB4-1C76FDCCB778}" srcOrd="0" destOrd="0" presId="urn:microsoft.com/office/officeart/2011/layout/RadialPictureList"/>
    <dgm:cxn modelId="{468C5DE8-B0E8-485A-ABC1-C080BB774D1C}" type="presOf" srcId="{D0FEF475-1336-402C-BB4A-2733080C2706}" destId="{C82611D4-7DF9-47D9-8A66-7A67221EF1CC}" srcOrd="0" destOrd="0" presId="urn:microsoft.com/office/officeart/2011/layout/RadialPictureList"/>
    <dgm:cxn modelId="{E4DD6CFE-57C0-4B75-8582-607A04D017B4}" type="presParOf" srcId="{C82611D4-7DF9-47D9-8A66-7A67221EF1CC}" destId="{7773DB5E-EA66-4ED1-B162-D4C1FF12A851}" srcOrd="0" destOrd="0" presId="urn:microsoft.com/office/officeart/2011/layout/RadialPictureList"/>
    <dgm:cxn modelId="{2EA53C6D-58A2-4E58-88E2-A9A9056A84F1}" type="presParOf" srcId="{C82611D4-7DF9-47D9-8A66-7A67221EF1CC}" destId="{80A4DC41-B59A-4C68-9688-A0D377D25688}" srcOrd="1" destOrd="0" presId="urn:microsoft.com/office/officeart/2011/layout/RadialPictureList"/>
    <dgm:cxn modelId="{0A33AC87-98F6-4A64-84CD-5123B4701331}" type="presParOf" srcId="{C82611D4-7DF9-47D9-8A66-7A67221EF1CC}" destId="{7B202D51-36D4-4A19-BA87-A94E0655DB2F}" srcOrd="2" destOrd="0" presId="urn:microsoft.com/office/officeart/2011/layout/RadialPictureList"/>
    <dgm:cxn modelId="{D20A2CE3-609C-46C5-B551-2E31CDBD278E}" type="presParOf" srcId="{C82611D4-7DF9-47D9-8A66-7A67221EF1CC}" destId="{A48C2B69-9F80-401F-BE2E-88266D2619A5}" srcOrd="3" destOrd="0" presId="urn:microsoft.com/office/officeart/2011/layout/RadialPictureList"/>
    <dgm:cxn modelId="{745A6E96-589A-4012-90F9-39615E0B1083}" type="presParOf" srcId="{C82611D4-7DF9-47D9-8A66-7A67221EF1CC}" destId="{5A256D93-68EE-4D64-9BB8-F370D32CE4A9}" srcOrd="4" destOrd="0" presId="urn:microsoft.com/office/officeart/2011/layout/RadialPictureList"/>
    <dgm:cxn modelId="{5022F77B-3937-4B39-8C3F-B69FB75A189E}" type="presParOf" srcId="{5A256D93-68EE-4D64-9BB8-F370D32CE4A9}" destId="{290C6B78-E7C1-49D6-A95C-41438B0EC578}" srcOrd="0" destOrd="0" presId="urn:microsoft.com/office/officeart/2011/layout/RadialPictureList"/>
    <dgm:cxn modelId="{05E8E7C8-B451-413D-883F-4450D4FE3CDB}" type="presParOf" srcId="{C82611D4-7DF9-47D9-8A66-7A67221EF1CC}" destId="{82BADE64-C7F3-49E0-8DB4-1C76FDCCB778}" srcOrd="5" destOrd="0" presId="urn:microsoft.com/office/officeart/2011/layout/RadialPictureList"/>
    <dgm:cxn modelId="{C7A752F1-4394-4733-8EEB-0D6C4390C537}" type="presParOf" srcId="{C82611D4-7DF9-47D9-8A66-7A67221EF1CC}" destId="{33A469AC-38C7-48E7-BF37-276C98B64D60}" srcOrd="6" destOrd="0" presId="urn:microsoft.com/office/officeart/2011/layout/RadialPictureList"/>
    <dgm:cxn modelId="{0791CE71-51A6-45C9-B537-16DF9EF8E4C1}" type="presParOf" srcId="{33A469AC-38C7-48E7-BF37-276C98B64D60}" destId="{D4B2D138-2D12-49FF-80AE-177418468284}" srcOrd="0" destOrd="0" presId="urn:microsoft.com/office/officeart/2011/layout/RadialPictureList"/>
    <dgm:cxn modelId="{CD917141-53ED-4B20-8DA0-D34D5F749F01}" type="presParOf" srcId="{C82611D4-7DF9-47D9-8A66-7A67221EF1CC}" destId="{09F50584-872B-42A2-A047-D703646BB459}" srcOrd="7" destOrd="0" presId="urn:microsoft.com/office/officeart/2011/layout/Radial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61A7F60-9823-4B02-8FEB-7ED253431BC8}" type="doc">
      <dgm:prSet loTypeId="urn:microsoft.com/office/officeart/2005/8/layout/chevron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IN"/>
        </a:p>
      </dgm:t>
    </dgm:pt>
    <dgm:pt modelId="{CF9AAEE7-58A4-4ACD-857F-EC1F7C2AD796}">
      <dgm:prSet phldrT="[Text]"/>
      <dgm:spPr/>
      <dgm:t>
        <a:bodyPr/>
        <a:lstStyle/>
        <a:p>
          <a:pPr>
            <a:buNone/>
          </a:pPr>
          <a:r>
            <a:rPr lang="en-IN" dirty="0"/>
            <a:t>📊</a:t>
          </a:r>
        </a:p>
      </dgm:t>
    </dgm:pt>
    <dgm:pt modelId="{E97036A1-A360-4CE6-8375-97DD99773EA5}" type="parTrans" cxnId="{CFC7C592-7204-4763-B867-6B841D52DC4B}">
      <dgm:prSet/>
      <dgm:spPr/>
      <dgm:t>
        <a:bodyPr/>
        <a:lstStyle/>
        <a:p>
          <a:endParaRPr lang="en-IN"/>
        </a:p>
      </dgm:t>
    </dgm:pt>
    <dgm:pt modelId="{2C8DC08C-EA75-4C17-B598-99F5775FF288}" type="sibTrans" cxnId="{CFC7C592-7204-4763-B867-6B841D52DC4B}">
      <dgm:prSet/>
      <dgm:spPr/>
      <dgm:t>
        <a:bodyPr/>
        <a:lstStyle/>
        <a:p>
          <a:endParaRPr lang="en-IN"/>
        </a:p>
      </dgm:t>
    </dgm:pt>
    <dgm:pt modelId="{A8426190-6C77-41D1-8D80-5B3FEF8A69AB}">
      <dgm:prSet phldrT="[Text]" custT="1"/>
      <dgm:spPr/>
      <dgm:t>
        <a:bodyPr/>
        <a:lstStyle/>
        <a:p>
          <a:pPr>
            <a:buNone/>
          </a:pPr>
          <a:r>
            <a:rPr lang="en-IN" sz="4400" dirty="0"/>
            <a:t>🚦</a:t>
          </a:r>
        </a:p>
      </dgm:t>
    </dgm:pt>
    <dgm:pt modelId="{E2DA2897-5B73-42A0-8F91-6746DD2ED2D7}" type="parTrans" cxnId="{7571C124-17CB-46D4-94F4-6D870A987BC6}">
      <dgm:prSet/>
      <dgm:spPr/>
      <dgm:t>
        <a:bodyPr/>
        <a:lstStyle/>
        <a:p>
          <a:endParaRPr lang="en-IN"/>
        </a:p>
      </dgm:t>
    </dgm:pt>
    <dgm:pt modelId="{852A03B2-3726-4ADD-921B-E41CC8B22314}" type="sibTrans" cxnId="{7571C124-17CB-46D4-94F4-6D870A987BC6}">
      <dgm:prSet/>
      <dgm:spPr/>
      <dgm:t>
        <a:bodyPr/>
        <a:lstStyle/>
        <a:p>
          <a:endParaRPr lang="en-IN"/>
        </a:p>
      </dgm:t>
    </dgm:pt>
    <dgm:pt modelId="{1FCAE7FA-9C5A-4AEB-AB72-583B80CA5803}">
      <dgm:prSet phldrT="[Text]" custT="1"/>
      <dgm:spPr/>
      <dgm:t>
        <a:bodyPr/>
        <a:lstStyle/>
        <a:p>
          <a:r>
            <a:rPr lang="en-US" sz="1800" dirty="0"/>
            <a:t>🟢 </a:t>
          </a:r>
          <a:r>
            <a:rPr lang="en-US" sz="1600" dirty="0"/>
            <a:t>Low: &gt;85% Score</a:t>
          </a:r>
          <a:endParaRPr lang="en-IN" sz="1800" dirty="0"/>
        </a:p>
      </dgm:t>
    </dgm:pt>
    <dgm:pt modelId="{7BBC5EAA-7EA8-438E-82CD-2B717919CB64}" type="parTrans" cxnId="{711C7291-6A3B-4061-BD07-92E815ABB0D4}">
      <dgm:prSet/>
      <dgm:spPr/>
      <dgm:t>
        <a:bodyPr/>
        <a:lstStyle/>
        <a:p>
          <a:endParaRPr lang="en-IN"/>
        </a:p>
      </dgm:t>
    </dgm:pt>
    <dgm:pt modelId="{76C40700-961A-4388-9AC6-C85A947B467A}" type="sibTrans" cxnId="{711C7291-6A3B-4061-BD07-92E815ABB0D4}">
      <dgm:prSet/>
      <dgm:spPr/>
      <dgm:t>
        <a:bodyPr/>
        <a:lstStyle/>
        <a:p>
          <a:endParaRPr lang="en-IN"/>
        </a:p>
      </dgm:t>
    </dgm:pt>
    <dgm:pt modelId="{DD5BC536-D2DF-4EA0-9DDE-4F44F2BC20A1}">
      <dgm:prSet custT="1"/>
      <dgm:spPr/>
      <dgm:t>
        <a:bodyPr/>
        <a:lstStyle/>
        <a:p>
          <a:r>
            <a:rPr lang="en-IN" sz="1600" dirty="0"/>
            <a:t>Completeness rate = </a:t>
          </a:r>
          <a:r>
            <a:rPr lang="en-IN" sz="1600" u="sng" dirty="0"/>
            <a:t>Available required docs    </a:t>
          </a:r>
          <a:r>
            <a:rPr lang="en-IN" sz="1600" u="none" dirty="0"/>
            <a:t>%</a:t>
          </a:r>
        </a:p>
      </dgm:t>
    </dgm:pt>
    <dgm:pt modelId="{0F8E163F-A8A3-4D8B-A637-F9EDFCA6D624}" type="parTrans" cxnId="{200EF722-5587-43BF-A0B2-F382EEA7C95F}">
      <dgm:prSet/>
      <dgm:spPr/>
      <dgm:t>
        <a:bodyPr/>
        <a:lstStyle/>
        <a:p>
          <a:endParaRPr lang="en-IN"/>
        </a:p>
      </dgm:t>
    </dgm:pt>
    <dgm:pt modelId="{AC08628A-C2BF-403E-882D-6F0636975BCA}" type="sibTrans" cxnId="{200EF722-5587-43BF-A0B2-F382EEA7C95F}">
      <dgm:prSet/>
      <dgm:spPr/>
      <dgm:t>
        <a:bodyPr/>
        <a:lstStyle/>
        <a:p>
          <a:endParaRPr lang="en-IN"/>
        </a:p>
      </dgm:t>
    </dgm:pt>
    <dgm:pt modelId="{25A7C385-A39F-4363-BB6B-A8BCC5891E51}">
      <dgm:prSet custT="1"/>
      <dgm:spPr/>
      <dgm:t>
        <a:bodyPr/>
        <a:lstStyle/>
        <a:p>
          <a:pPr>
            <a:buNone/>
          </a:pPr>
          <a:r>
            <a:rPr lang="en-IN" sz="1600" u="none" dirty="0"/>
            <a:t>                                            Expected required docs</a:t>
          </a:r>
        </a:p>
      </dgm:t>
    </dgm:pt>
    <dgm:pt modelId="{E2609676-75D4-48FF-92D3-8D0F78315DE2}" type="parTrans" cxnId="{A3734270-8D30-4933-8C3B-3FE1887D6744}">
      <dgm:prSet/>
      <dgm:spPr/>
      <dgm:t>
        <a:bodyPr/>
        <a:lstStyle/>
        <a:p>
          <a:endParaRPr lang="en-IN"/>
        </a:p>
      </dgm:t>
    </dgm:pt>
    <dgm:pt modelId="{6A532A52-B471-419C-B7F8-F785659650AA}" type="sibTrans" cxnId="{A3734270-8D30-4933-8C3B-3FE1887D6744}">
      <dgm:prSet/>
      <dgm:spPr/>
      <dgm:t>
        <a:bodyPr/>
        <a:lstStyle/>
        <a:p>
          <a:endParaRPr lang="en-IN"/>
        </a:p>
      </dgm:t>
    </dgm:pt>
    <dgm:pt modelId="{C290A91F-BF05-4604-B2D6-6E5FADAA03C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600" u="none" dirty="0"/>
            <a:t>Quality pass rate =  </a:t>
          </a:r>
          <a:r>
            <a:rPr lang="en-IN" sz="1600" u="sng" dirty="0"/>
            <a:t>Passed docs      </a:t>
          </a:r>
          <a:r>
            <a:rPr lang="en-IN" sz="1600" u="none" dirty="0"/>
            <a:t>%</a:t>
          </a:r>
        </a:p>
      </dgm:t>
    </dgm:pt>
    <dgm:pt modelId="{4FBBD406-2449-4C34-9697-52237253AEC8}" type="parTrans" cxnId="{07AE432B-9989-47F9-9F68-F49C46D8AD20}">
      <dgm:prSet/>
      <dgm:spPr/>
      <dgm:t>
        <a:bodyPr/>
        <a:lstStyle/>
        <a:p>
          <a:endParaRPr lang="en-IN"/>
        </a:p>
      </dgm:t>
    </dgm:pt>
    <dgm:pt modelId="{B9EF5B4A-F8C3-424F-B5A6-72158FC322FD}" type="sibTrans" cxnId="{07AE432B-9989-47F9-9F68-F49C46D8AD20}">
      <dgm:prSet/>
      <dgm:spPr/>
      <dgm:t>
        <a:bodyPr/>
        <a:lstStyle/>
        <a:p>
          <a:endParaRPr lang="en-IN"/>
        </a:p>
      </dgm:t>
    </dgm:pt>
    <dgm:pt modelId="{B65F0FA2-4A9A-4A7A-B033-C5996D7BF8B2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r>
            <a:rPr lang="en-IN" sz="1600" u="none" dirty="0"/>
            <a:t>                                       Reviewed docs</a:t>
          </a:r>
        </a:p>
      </dgm:t>
    </dgm:pt>
    <dgm:pt modelId="{5A2C068D-DED1-42DC-8629-86F8ADC418D3}" type="parTrans" cxnId="{E92B06B8-0964-456F-A26E-34F48BD19140}">
      <dgm:prSet/>
      <dgm:spPr/>
      <dgm:t>
        <a:bodyPr/>
        <a:lstStyle/>
        <a:p>
          <a:endParaRPr lang="en-IN"/>
        </a:p>
      </dgm:t>
    </dgm:pt>
    <dgm:pt modelId="{D086D95B-B5B5-48C4-8708-7A03810D48CF}" type="sibTrans" cxnId="{E92B06B8-0964-456F-A26E-34F48BD19140}">
      <dgm:prSet/>
      <dgm:spPr/>
      <dgm:t>
        <a:bodyPr/>
        <a:lstStyle/>
        <a:p>
          <a:endParaRPr lang="en-IN"/>
        </a:p>
      </dgm:t>
    </dgm:pt>
    <dgm:pt modelId="{7FD032C3-7F7B-44EE-B67D-CCEE16DE6D27}">
      <dgm:prSet phldrT="[Text]" custT="1"/>
      <dgm:spPr/>
      <dgm:t>
        <a:bodyPr/>
        <a:lstStyle/>
        <a:p>
          <a:r>
            <a:rPr lang="en-US" sz="1600" dirty="0"/>
            <a:t>🟡 Moderate: 70% - 85% Score</a:t>
          </a:r>
          <a:endParaRPr lang="en-IN" sz="1600" dirty="0"/>
        </a:p>
      </dgm:t>
    </dgm:pt>
    <dgm:pt modelId="{1FA58961-650A-47F5-9C4A-423A6A20BA21}" type="parTrans" cxnId="{C78FA26E-3F73-49E7-A939-AEEB3A529E95}">
      <dgm:prSet/>
      <dgm:spPr/>
      <dgm:t>
        <a:bodyPr/>
        <a:lstStyle/>
        <a:p>
          <a:endParaRPr lang="en-IN"/>
        </a:p>
      </dgm:t>
    </dgm:pt>
    <dgm:pt modelId="{50E39E5D-7E33-4F07-88CC-F235D2ECF700}" type="sibTrans" cxnId="{C78FA26E-3F73-49E7-A939-AEEB3A529E95}">
      <dgm:prSet/>
      <dgm:spPr/>
      <dgm:t>
        <a:bodyPr/>
        <a:lstStyle/>
        <a:p>
          <a:endParaRPr lang="en-IN"/>
        </a:p>
      </dgm:t>
    </dgm:pt>
    <dgm:pt modelId="{6C8229DD-3B66-46E2-BB07-37F8AB3CF4BB}">
      <dgm:prSet phldrT="[Text]" custT="1"/>
      <dgm:spPr/>
      <dgm:t>
        <a:bodyPr/>
        <a:lstStyle/>
        <a:p>
          <a:r>
            <a:rPr lang="en-US" sz="1600" dirty="0"/>
            <a:t>🔴 High: &lt;70% Score</a:t>
          </a:r>
          <a:endParaRPr lang="en-IN" sz="1600" dirty="0"/>
        </a:p>
      </dgm:t>
    </dgm:pt>
    <dgm:pt modelId="{647AC618-1AA1-43C2-8F50-B2567C844CA7}" type="parTrans" cxnId="{40BCF5A7-35C2-448D-B4A6-6890581A714F}">
      <dgm:prSet/>
      <dgm:spPr/>
      <dgm:t>
        <a:bodyPr/>
        <a:lstStyle/>
        <a:p>
          <a:endParaRPr lang="en-IN"/>
        </a:p>
      </dgm:t>
    </dgm:pt>
    <dgm:pt modelId="{E6355766-1157-4B1D-94E5-77F975F7E51B}" type="sibTrans" cxnId="{40BCF5A7-35C2-448D-B4A6-6890581A714F}">
      <dgm:prSet/>
      <dgm:spPr/>
      <dgm:t>
        <a:bodyPr/>
        <a:lstStyle/>
        <a:p>
          <a:endParaRPr lang="en-IN"/>
        </a:p>
      </dgm:t>
    </dgm:pt>
    <dgm:pt modelId="{BD16271A-382D-48DC-860A-14121C137887}" type="pres">
      <dgm:prSet presAssocID="{361A7F60-9823-4B02-8FEB-7ED253431BC8}" presName="linearFlow" presStyleCnt="0">
        <dgm:presLayoutVars>
          <dgm:dir/>
          <dgm:animLvl val="lvl"/>
          <dgm:resizeHandles val="exact"/>
        </dgm:presLayoutVars>
      </dgm:prSet>
      <dgm:spPr/>
    </dgm:pt>
    <dgm:pt modelId="{059FDF98-D408-4D8D-9DC1-1FE06529CE40}" type="pres">
      <dgm:prSet presAssocID="{CF9AAEE7-58A4-4ACD-857F-EC1F7C2AD796}" presName="composite" presStyleCnt="0"/>
      <dgm:spPr/>
    </dgm:pt>
    <dgm:pt modelId="{17AC5DF1-4A4A-4284-B35D-745245169A6B}" type="pres">
      <dgm:prSet presAssocID="{CF9AAEE7-58A4-4ACD-857F-EC1F7C2AD796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DE218D0D-7004-464D-A4A9-ECFC62EF4F12}" type="pres">
      <dgm:prSet presAssocID="{CF9AAEE7-58A4-4ACD-857F-EC1F7C2AD796}" presName="descendantText" presStyleLbl="alignAcc1" presStyleIdx="0" presStyleCnt="2">
        <dgm:presLayoutVars>
          <dgm:bulletEnabled val="1"/>
        </dgm:presLayoutVars>
      </dgm:prSet>
      <dgm:spPr/>
    </dgm:pt>
    <dgm:pt modelId="{A2FCE322-AB8A-45C9-A775-89F6AAB53E93}" type="pres">
      <dgm:prSet presAssocID="{2C8DC08C-EA75-4C17-B598-99F5775FF288}" presName="sp" presStyleCnt="0"/>
      <dgm:spPr/>
    </dgm:pt>
    <dgm:pt modelId="{0B62A1C2-C278-494F-A51A-6758738BC2C2}" type="pres">
      <dgm:prSet presAssocID="{A8426190-6C77-41D1-8D80-5B3FEF8A69AB}" presName="composite" presStyleCnt="0"/>
      <dgm:spPr/>
    </dgm:pt>
    <dgm:pt modelId="{5BD31484-7D0E-41C6-93E6-D3E9110DD7E5}" type="pres">
      <dgm:prSet presAssocID="{A8426190-6C77-41D1-8D80-5B3FEF8A69AB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0AE97B78-F5DC-497F-A2A8-E98AC14DCE6A}" type="pres">
      <dgm:prSet presAssocID="{A8426190-6C77-41D1-8D80-5B3FEF8A69AB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93D66E1A-13AF-4999-88DC-34D3C5D4DB99}" type="presOf" srcId="{A8426190-6C77-41D1-8D80-5B3FEF8A69AB}" destId="{5BD31484-7D0E-41C6-93E6-D3E9110DD7E5}" srcOrd="0" destOrd="0" presId="urn:microsoft.com/office/officeart/2005/8/layout/chevron2"/>
    <dgm:cxn modelId="{88F6261C-0694-46F7-A4DE-71E8E70D87EF}" type="presOf" srcId="{C290A91F-BF05-4604-B2D6-6E5FADAA03C0}" destId="{DE218D0D-7004-464D-A4A9-ECFC62EF4F12}" srcOrd="0" destOrd="2" presId="urn:microsoft.com/office/officeart/2005/8/layout/chevron2"/>
    <dgm:cxn modelId="{200EF722-5587-43BF-A0B2-F382EEA7C95F}" srcId="{CF9AAEE7-58A4-4ACD-857F-EC1F7C2AD796}" destId="{DD5BC536-D2DF-4EA0-9DDE-4F44F2BC20A1}" srcOrd="0" destOrd="0" parTransId="{0F8E163F-A8A3-4D8B-A637-F9EDFCA6D624}" sibTransId="{AC08628A-C2BF-403E-882D-6F0636975BCA}"/>
    <dgm:cxn modelId="{7571C124-17CB-46D4-94F4-6D870A987BC6}" srcId="{361A7F60-9823-4B02-8FEB-7ED253431BC8}" destId="{A8426190-6C77-41D1-8D80-5B3FEF8A69AB}" srcOrd="1" destOrd="0" parTransId="{E2DA2897-5B73-42A0-8F91-6746DD2ED2D7}" sibTransId="{852A03B2-3726-4ADD-921B-E41CC8B22314}"/>
    <dgm:cxn modelId="{07AE432B-9989-47F9-9F68-F49C46D8AD20}" srcId="{CF9AAEE7-58A4-4ACD-857F-EC1F7C2AD796}" destId="{C290A91F-BF05-4604-B2D6-6E5FADAA03C0}" srcOrd="2" destOrd="0" parTransId="{4FBBD406-2449-4C34-9697-52237253AEC8}" sibTransId="{B9EF5B4A-F8C3-424F-B5A6-72158FC322FD}"/>
    <dgm:cxn modelId="{78E4E637-ACC9-4E99-90EF-CB4B241AF56D}" type="presOf" srcId="{7FD032C3-7F7B-44EE-B67D-CCEE16DE6D27}" destId="{0AE97B78-F5DC-497F-A2A8-E98AC14DCE6A}" srcOrd="0" destOrd="1" presId="urn:microsoft.com/office/officeart/2005/8/layout/chevron2"/>
    <dgm:cxn modelId="{CAC91F5F-271E-46A6-B4FB-DE5875D3630F}" type="presOf" srcId="{1FCAE7FA-9C5A-4AEB-AB72-583B80CA5803}" destId="{0AE97B78-F5DC-497F-A2A8-E98AC14DCE6A}" srcOrd="0" destOrd="0" presId="urn:microsoft.com/office/officeart/2005/8/layout/chevron2"/>
    <dgm:cxn modelId="{162E4F61-C26E-430D-84E5-7FBAB177F3BF}" type="presOf" srcId="{361A7F60-9823-4B02-8FEB-7ED253431BC8}" destId="{BD16271A-382D-48DC-860A-14121C137887}" srcOrd="0" destOrd="0" presId="urn:microsoft.com/office/officeart/2005/8/layout/chevron2"/>
    <dgm:cxn modelId="{3556796A-1BE4-43C0-BF37-565F8D260981}" type="presOf" srcId="{DD5BC536-D2DF-4EA0-9DDE-4F44F2BC20A1}" destId="{DE218D0D-7004-464D-A4A9-ECFC62EF4F12}" srcOrd="0" destOrd="0" presId="urn:microsoft.com/office/officeart/2005/8/layout/chevron2"/>
    <dgm:cxn modelId="{C78FA26E-3F73-49E7-A939-AEEB3A529E95}" srcId="{A8426190-6C77-41D1-8D80-5B3FEF8A69AB}" destId="{7FD032C3-7F7B-44EE-B67D-CCEE16DE6D27}" srcOrd="1" destOrd="0" parTransId="{1FA58961-650A-47F5-9C4A-423A6A20BA21}" sibTransId="{50E39E5D-7E33-4F07-88CC-F235D2ECF700}"/>
    <dgm:cxn modelId="{A3734270-8D30-4933-8C3B-3FE1887D6744}" srcId="{CF9AAEE7-58A4-4ACD-857F-EC1F7C2AD796}" destId="{25A7C385-A39F-4363-BB6B-A8BCC5891E51}" srcOrd="1" destOrd="0" parTransId="{E2609676-75D4-48FF-92D3-8D0F78315DE2}" sibTransId="{6A532A52-B471-419C-B7F8-F785659650AA}"/>
    <dgm:cxn modelId="{C1C12282-F19B-4A9F-BDBE-5ECF9B814774}" type="presOf" srcId="{B65F0FA2-4A9A-4A7A-B033-C5996D7BF8B2}" destId="{DE218D0D-7004-464D-A4A9-ECFC62EF4F12}" srcOrd="0" destOrd="3" presId="urn:microsoft.com/office/officeart/2005/8/layout/chevron2"/>
    <dgm:cxn modelId="{711C7291-6A3B-4061-BD07-92E815ABB0D4}" srcId="{A8426190-6C77-41D1-8D80-5B3FEF8A69AB}" destId="{1FCAE7FA-9C5A-4AEB-AB72-583B80CA5803}" srcOrd="0" destOrd="0" parTransId="{7BBC5EAA-7EA8-438E-82CD-2B717919CB64}" sibTransId="{76C40700-961A-4388-9AC6-C85A947B467A}"/>
    <dgm:cxn modelId="{CFC7C592-7204-4763-B867-6B841D52DC4B}" srcId="{361A7F60-9823-4B02-8FEB-7ED253431BC8}" destId="{CF9AAEE7-58A4-4ACD-857F-EC1F7C2AD796}" srcOrd="0" destOrd="0" parTransId="{E97036A1-A360-4CE6-8375-97DD99773EA5}" sibTransId="{2C8DC08C-EA75-4C17-B598-99F5775FF288}"/>
    <dgm:cxn modelId="{40BCF5A7-35C2-448D-B4A6-6890581A714F}" srcId="{A8426190-6C77-41D1-8D80-5B3FEF8A69AB}" destId="{6C8229DD-3B66-46E2-BB07-37F8AB3CF4BB}" srcOrd="2" destOrd="0" parTransId="{647AC618-1AA1-43C2-8F50-B2567C844CA7}" sibTransId="{E6355766-1157-4B1D-94E5-77F975F7E51B}"/>
    <dgm:cxn modelId="{040E4FAF-DE8A-4E61-8153-B89D759558C8}" type="presOf" srcId="{CF9AAEE7-58A4-4ACD-857F-EC1F7C2AD796}" destId="{17AC5DF1-4A4A-4284-B35D-745245169A6B}" srcOrd="0" destOrd="0" presId="urn:microsoft.com/office/officeart/2005/8/layout/chevron2"/>
    <dgm:cxn modelId="{E92B06B8-0964-456F-A26E-34F48BD19140}" srcId="{CF9AAEE7-58A4-4ACD-857F-EC1F7C2AD796}" destId="{B65F0FA2-4A9A-4A7A-B033-C5996D7BF8B2}" srcOrd="3" destOrd="0" parTransId="{5A2C068D-DED1-42DC-8629-86F8ADC418D3}" sibTransId="{D086D95B-B5B5-48C4-8708-7A03810D48CF}"/>
    <dgm:cxn modelId="{8DEB0AB9-FD40-4D08-B9CE-49F91E9AA55D}" type="presOf" srcId="{25A7C385-A39F-4363-BB6B-A8BCC5891E51}" destId="{DE218D0D-7004-464D-A4A9-ECFC62EF4F12}" srcOrd="0" destOrd="1" presId="urn:microsoft.com/office/officeart/2005/8/layout/chevron2"/>
    <dgm:cxn modelId="{4CB5ACBA-A13A-4B88-933F-CDA9C536C4A8}" type="presOf" srcId="{6C8229DD-3B66-46E2-BB07-37F8AB3CF4BB}" destId="{0AE97B78-F5DC-497F-A2A8-E98AC14DCE6A}" srcOrd="0" destOrd="2" presId="urn:microsoft.com/office/officeart/2005/8/layout/chevron2"/>
    <dgm:cxn modelId="{B7EF255F-4196-41D2-BFAF-DFAC474F361B}" type="presParOf" srcId="{BD16271A-382D-48DC-860A-14121C137887}" destId="{059FDF98-D408-4D8D-9DC1-1FE06529CE40}" srcOrd="0" destOrd="0" presId="urn:microsoft.com/office/officeart/2005/8/layout/chevron2"/>
    <dgm:cxn modelId="{ED68A849-E8AB-497E-A419-FC917579395E}" type="presParOf" srcId="{059FDF98-D408-4D8D-9DC1-1FE06529CE40}" destId="{17AC5DF1-4A4A-4284-B35D-745245169A6B}" srcOrd="0" destOrd="0" presId="urn:microsoft.com/office/officeart/2005/8/layout/chevron2"/>
    <dgm:cxn modelId="{6EAF3839-CB9C-463F-8F87-03A1CF8A48A1}" type="presParOf" srcId="{059FDF98-D408-4D8D-9DC1-1FE06529CE40}" destId="{DE218D0D-7004-464D-A4A9-ECFC62EF4F12}" srcOrd="1" destOrd="0" presId="urn:microsoft.com/office/officeart/2005/8/layout/chevron2"/>
    <dgm:cxn modelId="{CBF35BC2-4823-4AFA-A2EA-DCE87D9BA55A}" type="presParOf" srcId="{BD16271A-382D-48DC-860A-14121C137887}" destId="{A2FCE322-AB8A-45C9-A775-89F6AAB53E93}" srcOrd="1" destOrd="0" presId="urn:microsoft.com/office/officeart/2005/8/layout/chevron2"/>
    <dgm:cxn modelId="{303FD8E6-CF8A-402C-A174-0A41CECADC33}" type="presParOf" srcId="{BD16271A-382D-48DC-860A-14121C137887}" destId="{0B62A1C2-C278-494F-A51A-6758738BC2C2}" srcOrd="2" destOrd="0" presId="urn:microsoft.com/office/officeart/2005/8/layout/chevron2"/>
    <dgm:cxn modelId="{1BF99485-3FA8-409D-993F-435EE66DF020}" type="presParOf" srcId="{0B62A1C2-C278-494F-A51A-6758738BC2C2}" destId="{5BD31484-7D0E-41C6-93E6-D3E9110DD7E5}" srcOrd="0" destOrd="0" presId="urn:microsoft.com/office/officeart/2005/8/layout/chevron2"/>
    <dgm:cxn modelId="{77C46354-BC31-41FE-9CF4-56924BC26257}" type="presParOf" srcId="{0B62A1C2-C278-494F-A51A-6758738BC2C2}" destId="{0AE97B78-F5DC-497F-A2A8-E98AC14DCE6A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0E8E24-F9FD-4978-95C4-7B9D184CB8DA}" type="doc">
      <dgm:prSet loTypeId="urn:microsoft.com/office/officeart/2024/layout/NumberedTitleCardList#1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59B46A07-11DC-4F70-88CE-B5C017978950}">
      <dgm:prSet phldrT="[Text]" phldr="0"/>
      <dgm:spPr/>
      <dgm:t>
        <a:bodyPr/>
        <a:lstStyle/>
        <a:p>
          <a:r>
            <a:rPr lang="en-IN" dirty="0">
              <a:solidFill>
                <a:schemeClr val="bg2"/>
              </a:solidFill>
            </a:rPr>
            <a:t>TMF Reconciliation Report </a:t>
          </a:r>
        </a:p>
      </dgm:t>
    </dgm:pt>
    <dgm:pt modelId="{AF43208F-4C18-4EAC-A7DD-76926EEA3E91}" type="parTrans" cxnId="{5802EE0B-1265-4C7D-A324-B0EFCA6499E6}">
      <dgm:prSet/>
      <dgm:spPr/>
      <dgm:t>
        <a:bodyPr/>
        <a:lstStyle/>
        <a:p>
          <a:endParaRPr lang="en-IN"/>
        </a:p>
      </dgm:t>
    </dgm:pt>
    <dgm:pt modelId="{09E5CDC6-BD56-4B42-97D4-0E04D531C19C}" type="sibTrans" cxnId="{5802EE0B-1265-4C7D-A324-B0EFCA6499E6}">
      <dgm:prSet phldrT="01" phldr="0"/>
      <dgm:spPr/>
      <dgm:t>
        <a:bodyPr/>
        <a:lstStyle/>
        <a:p>
          <a:r>
            <a:t>01</a:t>
          </a:r>
        </a:p>
      </dgm:t>
    </dgm:pt>
    <dgm:pt modelId="{A155CFFC-E262-4905-89CA-034B030858F2}">
      <dgm:prSet phldrT="[Text]" phldr="0"/>
      <dgm:spPr/>
      <dgm:t>
        <a:bodyPr/>
        <a:lstStyle/>
        <a:p>
          <a:r>
            <a:rPr lang="en-IN" dirty="0">
              <a:solidFill>
                <a:schemeClr val="bg2"/>
              </a:solidFill>
            </a:rPr>
            <a:t>Site Risk Scorecard</a:t>
          </a:r>
        </a:p>
      </dgm:t>
    </dgm:pt>
    <dgm:pt modelId="{9FFF2181-EC7F-4E4B-939F-0F91A2266B4A}" type="parTrans" cxnId="{C4783BFA-A1B9-4139-9637-F5F267E5FBE8}">
      <dgm:prSet/>
      <dgm:spPr/>
      <dgm:t>
        <a:bodyPr/>
        <a:lstStyle/>
        <a:p>
          <a:endParaRPr lang="en-IN"/>
        </a:p>
      </dgm:t>
    </dgm:pt>
    <dgm:pt modelId="{9A7C9E3E-8041-471D-A7BB-D8FF96165EB0}" type="sibTrans" cxnId="{C4783BFA-A1B9-4139-9637-F5F267E5FBE8}">
      <dgm:prSet phldrT="02" phldr="0"/>
      <dgm:spPr/>
      <dgm:t>
        <a:bodyPr/>
        <a:lstStyle/>
        <a:p>
          <a:r>
            <a:t>02</a:t>
          </a:r>
        </a:p>
      </dgm:t>
    </dgm:pt>
    <dgm:pt modelId="{202BB502-AF72-408C-AACB-92B8C3D8E835}">
      <dgm:prSet phldrT="[Text]" phldr="0"/>
      <dgm:spPr/>
      <dgm:t>
        <a:bodyPr/>
        <a:lstStyle/>
        <a:p>
          <a:r>
            <a:rPr lang="en-IN" b="0" dirty="0">
              <a:solidFill>
                <a:schemeClr val="bg2"/>
              </a:solidFill>
            </a:rPr>
            <a:t>Discrepancy Query Log</a:t>
          </a:r>
        </a:p>
      </dgm:t>
    </dgm:pt>
    <dgm:pt modelId="{EA72734C-1846-4A6E-8502-4BF15B9F1B93}" type="parTrans" cxnId="{09097CCE-BA93-4736-A38A-B8CF15DC4ED5}">
      <dgm:prSet/>
      <dgm:spPr/>
      <dgm:t>
        <a:bodyPr/>
        <a:lstStyle/>
        <a:p>
          <a:endParaRPr lang="en-IN"/>
        </a:p>
      </dgm:t>
    </dgm:pt>
    <dgm:pt modelId="{B71CB856-DFE0-442E-9981-08EC895C76C4}" type="sibTrans" cxnId="{09097CCE-BA93-4736-A38A-B8CF15DC4ED5}">
      <dgm:prSet phldrT="03" phldr="0"/>
      <dgm:spPr/>
      <dgm:t>
        <a:bodyPr/>
        <a:lstStyle/>
        <a:p>
          <a:r>
            <a:t>03</a:t>
          </a:r>
        </a:p>
      </dgm:t>
    </dgm:pt>
    <dgm:pt modelId="{98D99393-5B8A-49C1-B87B-91BB67F54570}" type="pres">
      <dgm:prSet presAssocID="{510E8E24-F9FD-4978-95C4-7B9D184CB8DA}" presName="Name0" presStyleCnt="0">
        <dgm:presLayoutVars>
          <dgm:dir/>
          <dgm:animLvl val="lvl"/>
          <dgm:resizeHandles val="exact"/>
        </dgm:presLayoutVars>
      </dgm:prSet>
      <dgm:spPr/>
    </dgm:pt>
    <dgm:pt modelId="{B028B236-2032-4CA9-9391-9F4631A45B2A}" type="pres">
      <dgm:prSet presAssocID="{59B46A07-11DC-4F70-88CE-B5C017978950}" presName="compositeNode" presStyleCnt="0">
        <dgm:presLayoutVars>
          <dgm:bulletEnabled val="1"/>
        </dgm:presLayoutVars>
      </dgm:prSet>
      <dgm:spPr/>
    </dgm:pt>
    <dgm:pt modelId="{A4FD7F78-907F-483C-82BD-5AB84DEE86EF}" type="pres">
      <dgm:prSet presAssocID="{59B46A07-11DC-4F70-88CE-B5C017978950}" presName="bgRect" presStyleLbl="fgAcc1" presStyleIdx="0" presStyleCnt="3"/>
      <dgm:spPr/>
    </dgm:pt>
    <dgm:pt modelId="{BADC841F-6C11-4E9B-A850-DA9EF3F4C506}" type="pres">
      <dgm:prSet presAssocID="{09E5CDC6-BD56-4B42-97D4-0E04D531C19C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FD1293FD-D443-48F7-9652-F6DA99F8B9A4}" type="pres">
      <dgm:prSet presAssocID="{59B46A07-11DC-4F70-88CE-B5C017978950}" presName="nodeRect" presStyleLbl="parChTrans1D1" presStyleIdx="0" presStyleCnt="0">
        <dgm:presLayoutVars>
          <dgm:bulletEnabled val="1"/>
        </dgm:presLayoutVars>
      </dgm:prSet>
      <dgm:spPr/>
    </dgm:pt>
    <dgm:pt modelId="{DC3C714D-0531-4C24-AD3E-B4C497BA5AB2}" type="pres">
      <dgm:prSet presAssocID="{09E5CDC6-BD56-4B42-97D4-0E04D531C19C}" presName="sibTrans" presStyleCnt="0"/>
      <dgm:spPr/>
    </dgm:pt>
    <dgm:pt modelId="{F4B31A25-2A75-40A7-9CD4-9447F8FC5E0C}" type="pres">
      <dgm:prSet presAssocID="{A155CFFC-E262-4905-89CA-034B030858F2}" presName="compositeNode" presStyleCnt="0">
        <dgm:presLayoutVars>
          <dgm:bulletEnabled val="1"/>
        </dgm:presLayoutVars>
      </dgm:prSet>
      <dgm:spPr/>
    </dgm:pt>
    <dgm:pt modelId="{64BCDCBD-83B0-428D-B083-BF4A4C923B51}" type="pres">
      <dgm:prSet presAssocID="{A155CFFC-E262-4905-89CA-034B030858F2}" presName="bgRect" presStyleLbl="fgAcc1" presStyleIdx="1" presStyleCnt="3" custLinFactNeighborX="-1227" custLinFactNeighborY="1796"/>
      <dgm:spPr/>
    </dgm:pt>
    <dgm:pt modelId="{7A419C07-23B7-423D-B2B4-F7C4D5BC19C3}" type="pres">
      <dgm:prSet presAssocID="{9A7C9E3E-8041-471D-A7BB-D8FF96165EB0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7DFE1FD6-B438-4D6F-8276-19C82730FDFB}" type="pres">
      <dgm:prSet presAssocID="{A155CFFC-E262-4905-89CA-034B030858F2}" presName="nodeRect" presStyleLbl="parChTrans1D1" presStyleIdx="0" presStyleCnt="0">
        <dgm:presLayoutVars>
          <dgm:bulletEnabled val="1"/>
        </dgm:presLayoutVars>
      </dgm:prSet>
      <dgm:spPr/>
    </dgm:pt>
    <dgm:pt modelId="{1F351281-DAD9-4D28-900E-AE1B62BDFD6C}" type="pres">
      <dgm:prSet presAssocID="{9A7C9E3E-8041-471D-A7BB-D8FF96165EB0}" presName="sibTrans" presStyleCnt="0"/>
      <dgm:spPr/>
    </dgm:pt>
    <dgm:pt modelId="{43C46533-3B08-471F-8177-62D9C48565BC}" type="pres">
      <dgm:prSet presAssocID="{202BB502-AF72-408C-AACB-92B8C3D8E835}" presName="compositeNode" presStyleCnt="0">
        <dgm:presLayoutVars>
          <dgm:bulletEnabled val="1"/>
        </dgm:presLayoutVars>
      </dgm:prSet>
      <dgm:spPr/>
    </dgm:pt>
    <dgm:pt modelId="{C391B107-EE55-434C-9724-772E330CA670}" type="pres">
      <dgm:prSet presAssocID="{202BB502-AF72-408C-AACB-92B8C3D8E835}" presName="bgRect" presStyleLbl="fgAcc1" presStyleIdx="2" presStyleCnt="3"/>
      <dgm:spPr/>
    </dgm:pt>
    <dgm:pt modelId="{4EEF0750-9A7A-443F-AC53-437CE078324A}" type="pres">
      <dgm:prSet presAssocID="{B71CB856-DFE0-442E-9981-08EC895C76C4}" presName="sibTransNodeRect" presStyleLbl="bgShp" presStyleIdx="0" presStyleCnt="0">
        <dgm:presLayoutVars>
          <dgm:chMax val="0"/>
          <dgm:bulletEnabled/>
        </dgm:presLayoutVars>
      </dgm:prSet>
      <dgm:spPr/>
    </dgm:pt>
    <dgm:pt modelId="{BA79B058-A9EC-49E5-A261-7D8C8CCA8CB4}" type="pres">
      <dgm:prSet presAssocID="{202BB502-AF72-408C-AACB-92B8C3D8E835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537B5007-833B-44EC-8345-E12997D637F2}" type="presOf" srcId="{59B46A07-11DC-4F70-88CE-B5C017978950}" destId="{A4FD7F78-907F-483C-82BD-5AB84DEE86EF}" srcOrd="0" destOrd="0" presId="urn:microsoft.com/office/officeart/2024/layout/NumberedTitleCardList#1"/>
    <dgm:cxn modelId="{5802EE0B-1265-4C7D-A324-B0EFCA6499E6}" srcId="{510E8E24-F9FD-4978-95C4-7B9D184CB8DA}" destId="{59B46A07-11DC-4F70-88CE-B5C017978950}" srcOrd="0" destOrd="0" parTransId="{AF43208F-4C18-4EAC-A7DD-76926EEA3E91}" sibTransId="{09E5CDC6-BD56-4B42-97D4-0E04D531C19C}"/>
    <dgm:cxn modelId="{A1E3B512-D8E5-47E8-8D27-55EA9910A39E}" type="presOf" srcId="{59B46A07-11DC-4F70-88CE-B5C017978950}" destId="{FD1293FD-D443-48F7-9652-F6DA99F8B9A4}" srcOrd="1" destOrd="0" presId="urn:microsoft.com/office/officeart/2024/layout/NumberedTitleCardList#1"/>
    <dgm:cxn modelId="{C7E5911C-79CA-4F73-A707-FCB785E4F491}" type="presOf" srcId="{9A7C9E3E-8041-471D-A7BB-D8FF96165EB0}" destId="{7A419C07-23B7-423D-B2B4-F7C4D5BC19C3}" srcOrd="0" destOrd="0" presId="urn:microsoft.com/office/officeart/2024/layout/NumberedTitleCardList#1"/>
    <dgm:cxn modelId="{CC944737-D797-44F4-9B87-C528847D3126}" type="presOf" srcId="{510E8E24-F9FD-4978-95C4-7B9D184CB8DA}" destId="{98D99393-5B8A-49C1-B87B-91BB67F54570}" srcOrd="0" destOrd="0" presId="urn:microsoft.com/office/officeart/2024/layout/NumberedTitleCardList#1"/>
    <dgm:cxn modelId="{F31F8840-3FE5-4CD5-9889-22088B358B40}" type="presOf" srcId="{202BB502-AF72-408C-AACB-92B8C3D8E835}" destId="{C391B107-EE55-434C-9724-772E330CA670}" srcOrd="0" destOrd="0" presId="urn:microsoft.com/office/officeart/2024/layout/NumberedTitleCardList#1"/>
    <dgm:cxn modelId="{2427FD99-1D84-4FCE-A8F4-F1C2FDB8BE28}" type="presOf" srcId="{B71CB856-DFE0-442E-9981-08EC895C76C4}" destId="{4EEF0750-9A7A-443F-AC53-437CE078324A}" srcOrd="0" destOrd="0" presId="urn:microsoft.com/office/officeart/2024/layout/NumberedTitleCardList#1"/>
    <dgm:cxn modelId="{B72F99CA-A53B-4AAE-B9F7-85BE9BA454F2}" type="presOf" srcId="{09E5CDC6-BD56-4B42-97D4-0E04D531C19C}" destId="{BADC841F-6C11-4E9B-A850-DA9EF3F4C506}" srcOrd="0" destOrd="0" presId="urn:microsoft.com/office/officeart/2024/layout/NumberedTitleCardList#1"/>
    <dgm:cxn modelId="{09097CCE-BA93-4736-A38A-B8CF15DC4ED5}" srcId="{510E8E24-F9FD-4978-95C4-7B9D184CB8DA}" destId="{202BB502-AF72-408C-AACB-92B8C3D8E835}" srcOrd="2" destOrd="0" parTransId="{EA72734C-1846-4A6E-8502-4BF15B9F1B93}" sibTransId="{B71CB856-DFE0-442E-9981-08EC895C76C4}"/>
    <dgm:cxn modelId="{3E0655D0-4CF8-43B0-9C95-51E7241280B9}" type="presOf" srcId="{202BB502-AF72-408C-AACB-92B8C3D8E835}" destId="{BA79B058-A9EC-49E5-A261-7D8C8CCA8CB4}" srcOrd="1" destOrd="0" presId="urn:microsoft.com/office/officeart/2024/layout/NumberedTitleCardList#1"/>
    <dgm:cxn modelId="{5DCFDDD6-4942-407F-B9F1-4E5E539E1C08}" type="presOf" srcId="{A155CFFC-E262-4905-89CA-034B030858F2}" destId="{64BCDCBD-83B0-428D-B083-BF4A4C923B51}" srcOrd="0" destOrd="0" presId="urn:microsoft.com/office/officeart/2024/layout/NumberedTitleCardList#1"/>
    <dgm:cxn modelId="{3F8E9EDD-F9B4-4423-953D-56161CC39C85}" type="presOf" srcId="{A155CFFC-E262-4905-89CA-034B030858F2}" destId="{7DFE1FD6-B438-4D6F-8276-19C82730FDFB}" srcOrd="1" destOrd="0" presId="urn:microsoft.com/office/officeart/2024/layout/NumberedTitleCardList#1"/>
    <dgm:cxn modelId="{C4783BFA-A1B9-4139-9637-F5F267E5FBE8}" srcId="{510E8E24-F9FD-4978-95C4-7B9D184CB8DA}" destId="{A155CFFC-E262-4905-89CA-034B030858F2}" srcOrd="1" destOrd="0" parTransId="{9FFF2181-EC7F-4E4B-939F-0F91A2266B4A}" sibTransId="{9A7C9E3E-8041-471D-A7BB-D8FF96165EB0}"/>
    <dgm:cxn modelId="{62449AF7-1BAA-4717-95F4-FD0D6247B5D4}" type="presParOf" srcId="{98D99393-5B8A-49C1-B87B-91BB67F54570}" destId="{B028B236-2032-4CA9-9391-9F4631A45B2A}" srcOrd="0" destOrd="0" presId="urn:microsoft.com/office/officeart/2024/layout/NumberedTitleCardList#1"/>
    <dgm:cxn modelId="{79F69CC9-CA0F-4C40-87C9-E83C441599C0}" type="presParOf" srcId="{B028B236-2032-4CA9-9391-9F4631A45B2A}" destId="{A4FD7F78-907F-483C-82BD-5AB84DEE86EF}" srcOrd="0" destOrd="0" presId="urn:microsoft.com/office/officeart/2024/layout/NumberedTitleCardList#1"/>
    <dgm:cxn modelId="{1AD08547-E9BA-4BFF-83D5-EBC89662D5DE}" type="presParOf" srcId="{B028B236-2032-4CA9-9391-9F4631A45B2A}" destId="{BADC841F-6C11-4E9B-A850-DA9EF3F4C506}" srcOrd="1" destOrd="0" presId="urn:microsoft.com/office/officeart/2024/layout/NumberedTitleCardList#1"/>
    <dgm:cxn modelId="{9ADD0402-EDB6-4DDC-B9AE-DFD960DC2C58}" type="presParOf" srcId="{B028B236-2032-4CA9-9391-9F4631A45B2A}" destId="{FD1293FD-D443-48F7-9652-F6DA99F8B9A4}" srcOrd="2" destOrd="0" presId="urn:microsoft.com/office/officeart/2024/layout/NumberedTitleCardList#1"/>
    <dgm:cxn modelId="{94AD5320-B61C-4833-9EAF-D3C9E836CC1A}" type="presParOf" srcId="{98D99393-5B8A-49C1-B87B-91BB67F54570}" destId="{DC3C714D-0531-4C24-AD3E-B4C497BA5AB2}" srcOrd="1" destOrd="0" presId="urn:microsoft.com/office/officeart/2024/layout/NumberedTitleCardList#1"/>
    <dgm:cxn modelId="{1FCF1BA2-2C11-44BF-A879-433FF357E9D4}" type="presParOf" srcId="{98D99393-5B8A-49C1-B87B-91BB67F54570}" destId="{F4B31A25-2A75-40A7-9CD4-9447F8FC5E0C}" srcOrd="2" destOrd="0" presId="urn:microsoft.com/office/officeart/2024/layout/NumberedTitleCardList#1"/>
    <dgm:cxn modelId="{76EA3897-BE76-41E1-9A4B-80B2E607B2B5}" type="presParOf" srcId="{F4B31A25-2A75-40A7-9CD4-9447F8FC5E0C}" destId="{64BCDCBD-83B0-428D-B083-BF4A4C923B51}" srcOrd="0" destOrd="0" presId="urn:microsoft.com/office/officeart/2024/layout/NumberedTitleCardList#1"/>
    <dgm:cxn modelId="{508E7C49-C684-4875-B071-86AF239D8338}" type="presParOf" srcId="{F4B31A25-2A75-40A7-9CD4-9447F8FC5E0C}" destId="{7A419C07-23B7-423D-B2B4-F7C4D5BC19C3}" srcOrd="1" destOrd="0" presId="urn:microsoft.com/office/officeart/2024/layout/NumberedTitleCardList#1"/>
    <dgm:cxn modelId="{24F1E14D-CE16-48E8-8974-43F765137529}" type="presParOf" srcId="{F4B31A25-2A75-40A7-9CD4-9447F8FC5E0C}" destId="{7DFE1FD6-B438-4D6F-8276-19C82730FDFB}" srcOrd="2" destOrd="0" presId="urn:microsoft.com/office/officeart/2024/layout/NumberedTitleCardList#1"/>
    <dgm:cxn modelId="{F0EC4D42-3871-43F6-9C80-741621C245B1}" type="presParOf" srcId="{98D99393-5B8A-49C1-B87B-91BB67F54570}" destId="{1F351281-DAD9-4D28-900E-AE1B62BDFD6C}" srcOrd="3" destOrd="0" presId="urn:microsoft.com/office/officeart/2024/layout/NumberedTitleCardList#1"/>
    <dgm:cxn modelId="{0FFF64B1-B2E0-43CF-8FC8-2444EF1FA1AE}" type="presParOf" srcId="{98D99393-5B8A-49C1-B87B-91BB67F54570}" destId="{43C46533-3B08-471F-8177-62D9C48565BC}" srcOrd="4" destOrd="0" presId="urn:microsoft.com/office/officeart/2024/layout/NumberedTitleCardList#1"/>
    <dgm:cxn modelId="{E7EA21F2-0577-44E5-A9D9-BDE736A2B74C}" type="presParOf" srcId="{43C46533-3B08-471F-8177-62D9C48565BC}" destId="{C391B107-EE55-434C-9724-772E330CA670}" srcOrd="0" destOrd="0" presId="urn:microsoft.com/office/officeart/2024/layout/NumberedTitleCardList#1"/>
    <dgm:cxn modelId="{580433B0-7BC7-44B7-B08C-A87C18461959}" type="presParOf" srcId="{43C46533-3B08-471F-8177-62D9C48565BC}" destId="{4EEF0750-9A7A-443F-AC53-437CE078324A}" srcOrd="1" destOrd="0" presId="urn:microsoft.com/office/officeart/2024/layout/NumberedTitleCardList#1"/>
    <dgm:cxn modelId="{EA980E57-09BF-4E97-8615-77F6D053EB19}" type="presParOf" srcId="{43C46533-3B08-471F-8177-62D9C48565BC}" destId="{BA79B058-A9EC-49E5-A261-7D8C8CCA8CB4}" srcOrd="2" destOrd="0" presId="urn:microsoft.com/office/officeart/2024/layout/NumberedTitleCar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2AF39E4-A461-48F5-8EF0-C1174248211D}" type="doc">
      <dgm:prSet loTypeId="urn:microsoft.com/office/officeart/2005/8/layout/hProcess9" loCatId="process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8D0C4344-9FCE-4C55-B989-3A99AE2A9EAD}">
      <dgm:prSet phldrT="[Text]" phldr="0"/>
      <dgm:spPr/>
      <dgm:t>
        <a:bodyPr/>
        <a:lstStyle/>
        <a:p>
          <a:r>
            <a:rPr lang="en-IN" dirty="0"/>
            <a:t>Issue detected</a:t>
          </a:r>
        </a:p>
      </dgm:t>
    </dgm:pt>
    <dgm:pt modelId="{40475D2C-DC76-48A8-B546-002DE6562207}" type="parTrans" cxnId="{31E212FD-F98A-4BEF-BB9E-8599C51B9682}">
      <dgm:prSet/>
      <dgm:spPr/>
      <dgm:t>
        <a:bodyPr/>
        <a:lstStyle/>
        <a:p>
          <a:endParaRPr lang="en-IN"/>
        </a:p>
      </dgm:t>
    </dgm:pt>
    <dgm:pt modelId="{1F0E933B-09DD-40A7-A02E-D521E2D66121}" type="sibTrans" cxnId="{31E212FD-F98A-4BEF-BB9E-8599C51B9682}">
      <dgm:prSet/>
      <dgm:spPr/>
      <dgm:t>
        <a:bodyPr/>
        <a:lstStyle/>
        <a:p>
          <a:endParaRPr lang="en-IN"/>
        </a:p>
      </dgm:t>
    </dgm:pt>
    <dgm:pt modelId="{0FF5C41D-55E8-4B23-BDFC-EB23A8F0B0ED}">
      <dgm:prSet phldrT="[Text]" phldr="0"/>
      <dgm:spPr/>
      <dgm:t>
        <a:bodyPr/>
        <a:lstStyle/>
        <a:p>
          <a:r>
            <a:rPr lang="en-IN" dirty="0"/>
            <a:t>Query Created</a:t>
          </a:r>
        </a:p>
      </dgm:t>
    </dgm:pt>
    <dgm:pt modelId="{520FB03B-DDB1-4B93-BC3C-32FDC966E194}" type="parTrans" cxnId="{AB6BAF28-DAE5-4BA8-AE10-47B1DA65B1F3}">
      <dgm:prSet/>
      <dgm:spPr/>
      <dgm:t>
        <a:bodyPr/>
        <a:lstStyle/>
        <a:p>
          <a:endParaRPr lang="en-IN"/>
        </a:p>
      </dgm:t>
    </dgm:pt>
    <dgm:pt modelId="{E0EE1238-61C2-4583-90D8-E9F8EA555A59}" type="sibTrans" cxnId="{AB6BAF28-DAE5-4BA8-AE10-47B1DA65B1F3}">
      <dgm:prSet/>
      <dgm:spPr/>
      <dgm:t>
        <a:bodyPr/>
        <a:lstStyle/>
        <a:p>
          <a:endParaRPr lang="en-IN"/>
        </a:p>
      </dgm:t>
    </dgm:pt>
    <dgm:pt modelId="{E5375737-7A23-49F0-A959-9384EDB275F5}">
      <dgm:prSet phldrT="[Text]" phldr="0"/>
      <dgm:spPr/>
      <dgm:t>
        <a:bodyPr/>
        <a:lstStyle/>
        <a:p>
          <a:r>
            <a:rPr lang="en-IN" dirty="0"/>
            <a:t>CRA Assigned</a:t>
          </a:r>
        </a:p>
      </dgm:t>
    </dgm:pt>
    <dgm:pt modelId="{B4C81AF2-21D2-4B09-88FB-FB2EEFB17827}" type="parTrans" cxnId="{C11EBE32-97FC-403B-9857-439A1DF4BD6F}">
      <dgm:prSet/>
      <dgm:spPr/>
      <dgm:t>
        <a:bodyPr/>
        <a:lstStyle/>
        <a:p>
          <a:endParaRPr lang="en-IN"/>
        </a:p>
      </dgm:t>
    </dgm:pt>
    <dgm:pt modelId="{A337BCF2-EC17-45FB-8442-7A02D95A847A}" type="sibTrans" cxnId="{C11EBE32-97FC-403B-9857-439A1DF4BD6F}">
      <dgm:prSet/>
      <dgm:spPr/>
      <dgm:t>
        <a:bodyPr/>
        <a:lstStyle/>
        <a:p>
          <a:endParaRPr lang="en-IN"/>
        </a:p>
      </dgm:t>
    </dgm:pt>
    <dgm:pt modelId="{A13F40CE-A483-42CA-BFE6-960865868F4B}">
      <dgm:prSet phldrT="[Text]" phldr="0"/>
      <dgm:spPr/>
      <dgm:t>
        <a:bodyPr/>
        <a:lstStyle/>
        <a:p>
          <a:r>
            <a:rPr lang="en-IN"/>
            <a:t>Site Responds</a:t>
          </a:r>
        </a:p>
      </dgm:t>
    </dgm:pt>
    <dgm:pt modelId="{B91AF72F-287A-467C-B4AB-A1A5B25A8B3C}" type="parTrans" cxnId="{BBA62EF3-A87C-421C-B758-3B9AF7B7F3A0}">
      <dgm:prSet/>
      <dgm:spPr/>
      <dgm:t>
        <a:bodyPr/>
        <a:lstStyle/>
        <a:p>
          <a:endParaRPr lang="en-IN"/>
        </a:p>
      </dgm:t>
    </dgm:pt>
    <dgm:pt modelId="{D74D0C70-D483-456F-90F6-168BAFF425DB}" type="sibTrans" cxnId="{BBA62EF3-A87C-421C-B758-3B9AF7B7F3A0}">
      <dgm:prSet/>
      <dgm:spPr/>
      <dgm:t>
        <a:bodyPr/>
        <a:lstStyle/>
        <a:p>
          <a:endParaRPr lang="en-IN"/>
        </a:p>
      </dgm:t>
    </dgm:pt>
    <dgm:pt modelId="{E223454D-FAD9-45A8-9938-B00D5CA77E37}">
      <dgm:prSet phldrT="[Text]" phldr="0"/>
      <dgm:spPr/>
      <dgm:t>
        <a:bodyPr/>
        <a:lstStyle/>
        <a:p>
          <a:r>
            <a:rPr lang="en-IN" dirty="0"/>
            <a:t>Verified &amp; Closed</a:t>
          </a:r>
        </a:p>
      </dgm:t>
    </dgm:pt>
    <dgm:pt modelId="{627C4201-6672-489D-8285-78B53152B165}" type="parTrans" cxnId="{632F4B76-6331-464D-8D3D-888AD177E1A9}">
      <dgm:prSet/>
      <dgm:spPr/>
      <dgm:t>
        <a:bodyPr/>
        <a:lstStyle/>
        <a:p>
          <a:endParaRPr lang="en-IN"/>
        </a:p>
      </dgm:t>
    </dgm:pt>
    <dgm:pt modelId="{601FC58E-8BF3-4C91-B1DE-2AFAB7B2F2C8}" type="sibTrans" cxnId="{632F4B76-6331-464D-8D3D-888AD177E1A9}">
      <dgm:prSet/>
      <dgm:spPr/>
      <dgm:t>
        <a:bodyPr/>
        <a:lstStyle/>
        <a:p>
          <a:endParaRPr lang="en-IN"/>
        </a:p>
      </dgm:t>
    </dgm:pt>
    <dgm:pt modelId="{605479E7-AB2A-471B-9D69-20F9CB26DE1E}" type="pres">
      <dgm:prSet presAssocID="{42AF39E4-A461-48F5-8EF0-C1174248211D}" presName="CompostProcess" presStyleCnt="0">
        <dgm:presLayoutVars>
          <dgm:dir/>
          <dgm:resizeHandles val="exact"/>
        </dgm:presLayoutVars>
      </dgm:prSet>
      <dgm:spPr/>
    </dgm:pt>
    <dgm:pt modelId="{3CC3EE28-205A-4761-AC16-8CF7B4AFF5A0}" type="pres">
      <dgm:prSet presAssocID="{42AF39E4-A461-48F5-8EF0-C1174248211D}" presName="arrow" presStyleLbl="bgShp" presStyleIdx="0" presStyleCnt="1"/>
      <dgm:spPr/>
    </dgm:pt>
    <dgm:pt modelId="{642F9463-DBAD-48DA-8DE1-EC512B18377A}" type="pres">
      <dgm:prSet presAssocID="{42AF39E4-A461-48F5-8EF0-C1174248211D}" presName="linearProcess" presStyleCnt="0"/>
      <dgm:spPr/>
    </dgm:pt>
    <dgm:pt modelId="{DBBE637C-104D-4B36-9EE5-E6EDBAA0DA2D}" type="pres">
      <dgm:prSet presAssocID="{8D0C4344-9FCE-4C55-B989-3A99AE2A9EAD}" presName="textNode" presStyleLbl="node1" presStyleIdx="0" presStyleCnt="5">
        <dgm:presLayoutVars>
          <dgm:bulletEnabled val="1"/>
        </dgm:presLayoutVars>
      </dgm:prSet>
      <dgm:spPr/>
    </dgm:pt>
    <dgm:pt modelId="{A96D008B-0F9F-4AE4-91F3-43286E29C7D0}" type="pres">
      <dgm:prSet presAssocID="{1F0E933B-09DD-40A7-A02E-D521E2D66121}" presName="sibTrans" presStyleCnt="0"/>
      <dgm:spPr/>
    </dgm:pt>
    <dgm:pt modelId="{B9CE998A-27B0-4E90-BB15-DC8B08668D9C}" type="pres">
      <dgm:prSet presAssocID="{0FF5C41D-55E8-4B23-BDFC-EB23A8F0B0ED}" presName="textNode" presStyleLbl="node1" presStyleIdx="1" presStyleCnt="5">
        <dgm:presLayoutVars>
          <dgm:bulletEnabled val="1"/>
        </dgm:presLayoutVars>
      </dgm:prSet>
      <dgm:spPr/>
    </dgm:pt>
    <dgm:pt modelId="{3B9C2D6B-048A-4FBA-9A11-53448E288DB0}" type="pres">
      <dgm:prSet presAssocID="{E0EE1238-61C2-4583-90D8-E9F8EA555A59}" presName="sibTrans" presStyleCnt="0"/>
      <dgm:spPr/>
    </dgm:pt>
    <dgm:pt modelId="{D7799190-DCA6-4817-9BEF-2FF1A63C8369}" type="pres">
      <dgm:prSet presAssocID="{E5375737-7A23-49F0-A959-9384EDB275F5}" presName="textNode" presStyleLbl="node1" presStyleIdx="2" presStyleCnt="5">
        <dgm:presLayoutVars>
          <dgm:bulletEnabled val="1"/>
        </dgm:presLayoutVars>
      </dgm:prSet>
      <dgm:spPr/>
    </dgm:pt>
    <dgm:pt modelId="{296BEDF1-72C2-4AC4-94CD-6C14B413239F}" type="pres">
      <dgm:prSet presAssocID="{A337BCF2-EC17-45FB-8442-7A02D95A847A}" presName="sibTrans" presStyleCnt="0"/>
      <dgm:spPr/>
    </dgm:pt>
    <dgm:pt modelId="{7C3429E1-0495-465B-9258-771D2E4DAD6B}" type="pres">
      <dgm:prSet presAssocID="{A13F40CE-A483-42CA-BFE6-960865868F4B}" presName="textNode" presStyleLbl="node1" presStyleIdx="3" presStyleCnt="5">
        <dgm:presLayoutVars>
          <dgm:bulletEnabled val="1"/>
        </dgm:presLayoutVars>
      </dgm:prSet>
      <dgm:spPr/>
    </dgm:pt>
    <dgm:pt modelId="{E20A9182-41D3-4E5F-BCAE-A7F17D5B8C94}" type="pres">
      <dgm:prSet presAssocID="{D74D0C70-D483-456F-90F6-168BAFF425DB}" presName="sibTrans" presStyleCnt="0"/>
      <dgm:spPr/>
    </dgm:pt>
    <dgm:pt modelId="{75181892-391E-464C-8A6B-0B89B496285C}" type="pres">
      <dgm:prSet presAssocID="{E223454D-FAD9-45A8-9938-B00D5CA77E37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9B3D8326-FE96-484B-877A-548EFDC3F8BB}" type="presOf" srcId="{E223454D-FAD9-45A8-9938-B00D5CA77E37}" destId="{75181892-391E-464C-8A6B-0B89B496285C}" srcOrd="0" destOrd="0" presId="urn:microsoft.com/office/officeart/2005/8/layout/hProcess9"/>
    <dgm:cxn modelId="{AB6BAF28-DAE5-4BA8-AE10-47B1DA65B1F3}" srcId="{42AF39E4-A461-48F5-8EF0-C1174248211D}" destId="{0FF5C41D-55E8-4B23-BDFC-EB23A8F0B0ED}" srcOrd="1" destOrd="0" parTransId="{520FB03B-DDB1-4B93-BC3C-32FDC966E194}" sibTransId="{E0EE1238-61C2-4583-90D8-E9F8EA555A59}"/>
    <dgm:cxn modelId="{C11EBE32-97FC-403B-9857-439A1DF4BD6F}" srcId="{42AF39E4-A461-48F5-8EF0-C1174248211D}" destId="{E5375737-7A23-49F0-A959-9384EDB275F5}" srcOrd="2" destOrd="0" parTransId="{B4C81AF2-21D2-4B09-88FB-FB2EEFB17827}" sibTransId="{A337BCF2-EC17-45FB-8442-7A02D95A847A}"/>
    <dgm:cxn modelId="{83B9A263-295C-4D9F-8D82-CB31B1627541}" type="presOf" srcId="{42AF39E4-A461-48F5-8EF0-C1174248211D}" destId="{605479E7-AB2A-471B-9D69-20F9CB26DE1E}" srcOrd="0" destOrd="0" presId="urn:microsoft.com/office/officeart/2005/8/layout/hProcess9"/>
    <dgm:cxn modelId="{FD37A552-0DBC-4CD6-8FF8-96973051CAB3}" type="presOf" srcId="{E5375737-7A23-49F0-A959-9384EDB275F5}" destId="{D7799190-DCA6-4817-9BEF-2FF1A63C8369}" srcOrd="0" destOrd="0" presId="urn:microsoft.com/office/officeart/2005/8/layout/hProcess9"/>
    <dgm:cxn modelId="{632F4B76-6331-464D-8D3D-888AD177E1A9}" srcId="{42AF39E4-A461-48F5-8EF0-C1174248211D}" destId="{E223454D-FAD9-45A8-9938-B00D5CA77E37}" srcOrd="4" destOrd="0" parTransId="{627C4201-6672-489D-8285-78B53152B165}" sibTransId="{601FC58E-8BF3-4C91-B1DE-2AFAB7B2F2C8}"/>
    <dgm:cxn modelId="{4B74C8B9-EE37-4C1D-B281-01926C7438C4}" type="presOf" srcId="{8D0C4344-9FCE-4C55-B989-3A99AE2A9EAD}" destId="{DBBE637C-104D-4B36-9EE5-E6EDBAA0DA2D}" srcOrd="0" destOrd="0" presId="urn:microsoft.com/office/officeart/2005/8/layout/hProcess9"/>
    <dgm:cxn modelId="{F4B6EFBF-71EB-4401-BA76-C302882C8634}" type="presOf" srcId="{A13F40CE-A483-42CA-BFE6-960865868F4B}" destId="{7C3429E1-0495-465B-9258-771D2E4DAD6B}" srcOrd="0" destOrd="0" presId="urn:microsoft.com/office/officeart/2005/8/layout/hProcess9"/>
    <dgm:cxn modelId="{3494B4E4-36D4-4125-923B-CF0C76CF79D4}" type="presOf" srcId="{0FF5C41D-55E8-4B23-BDFC-EB23A8F0B0ED}" destId="{B9CE998A-27B0-4E90-BB15-DC8B08668D9C}" srcOrd="0" destOrd="0" presId="urn:microsoft.com/office/officeart/2005/8/layout/hProcess9"/>
    <dgm:cxn modelId="{BBA62EF3-A87C-421C-B758-3B9AF7B7F3A0}" srcId="{42AF39E4-A461-48F5-8EF0-C1174248211D}" destId="{A13F40CE-A483-42CA-BFE6-960865868F4B}" srcOrd="3" destOrd="0" parTransId="{B91AF72F-287A-467C-B4AB-A1A5B25A8B3C}" sibTransId="{D74D0C70-D483-456F-90F6-168BAFF425DB}"/>
    <dgm:cxn modelId="{31E212FD-F98A-4BEF-BB9E-8599C51B9682}" srcId="{42AF39E4-A461-48F5-8EF0-C1174248211D}" destId="{8D0C4344-9FCE-4C55-B989-3A99AE2A9EAD}" srcOrd="0" destOrd="0" parTransId="{40475D2C-DC76-48A8-B546-002DE6562207}" sibTransId="{1F0E933B-09DD-40A7-A02E-D521E2D66121}"/>
    <dgm:cxn modelId="{7EEA8E88-EB9D-4C1D-9674-703107747E6A}" type="presParOf" srcId="{605479E7-AB2A-471B-9D69-20F9CB26DE1E}" destId="{3CC3EE28-205A-4761-AC16-8CF7B4AFF5A0}" srcOrd="0" destOrd="0" presId="urn:microsoft.com/office/officeart/2005/8/layout/hProcess9"/>
    <dgm:cxn modelId="{AF6900B8-8973-4CCA-8AE2-7A3BEA3B6B7B}" type="presParOf" srcId="{605479E7-AB2A-471B-9D69-20F9CB26DE1E}" destId="{642F9463-DBAD-48DA-8DE1-EC512B18377A}" srcOrd="1" destOrd="0" presId="urn:microsoft.com/office/officeart/2005/8/layout/hProcess9"/>
    <dgm:cxn modelId="{AF2FFFD0-0726-4088-A109-A1496CFFFC0A}" type="presParOf" srcId="{642F9463-DBAD-48DA-8DE1-EC512B18377A}" destId="{DBBE637C-104D-4B36-9EE5-E6EDBAA0DA2D}" srcOrd="0" destOrd="0" presId="urn:microsoft.com/office/officeart/2005/8/layout/hProcess9"/>
    <dgm:cxn modelId="{71BC1EF5-4D78-4D48-ADF3-A239DA36CB91}" type="presParOf" srcId="{642F9463-DBAD-48DA-8DE1-EC512B18377A}" destId="{A96D008B-0F9F-4AE4-91F3-43286E29C7D0}" srcOrd="1" destOrd="0" presId="urn:microsoft.com/office/officeart/2005/8/layout/hProcess9"/>
    <dgm:cxn modelId="{C36E588D-CDE4-47C2-879A-DCCD748353A3}" type="presParOf" srcId="{642F9463-DBAD-48DA-8DE1-EC512B18377A}" destId="{B9CE998A-27B0-4E90-BB15-DC8B08668D9C}" srcOrd="2" destOrd="0" presId="urn:microsoft.com/office/officeart/2005/8/layout/hProcess9"/>
    <dgm:cxn modelId="{94B64F2C-068B-48D0-976B-78C85981EC6F}" type="presParOf" srcId="{642F9463-DBAD-48DA-8DE1-EC512B18377A}" destId="{3B9C2D6B-048A-4FBA-9A11-53448E288DB0}" srcOrd="3" destOrd="0" presId="urn:microsoft.com/office/officeart/2005/8/layout/hProcess9"/>
    <dgm:cxn modelId="{4A7EABDB-9123-446F-92C5-AF0A34570878}" type="presParOf" srcId="{642F9463-DBAD-48DA-8DE1-EC512B18377A}" destId="{D7799190-DCA6-4817-9BEF-2FF1A63C8369}" srcOrd="4" destOrd="0" presId="urn:microsoft.com/office/officeart/2005/8/layout/hProcess9"/>
    <dgm:cxn modelId="{690FE503-0451-47E6-BF61-686C1E7CB60C}" type="presParOf" srcId="{642F9463-DBAD-48DA-8DE1-EC512B18377A}" destId="{296BEDF1-72C2-4AC4-94CD-6C14B413239F}" srcOrd="5" destOrd="0" presId="urn:microsoft.com/office/officeart/2005/8/layout/hProcess9"/>
    <dgm:cxn modelId="{F26FB337-B087-4DD5-A41C-C492A89ACC68}" type="presParOf" srcId="{642F9463-DBAD-48DA-8DE1-EC512B18377A}" destId="{7C3429E1-0495-465B-9258-771D2E4DAD6B}" srcOrd="6" destOrd="0" presId="urn:microsoft.com/office/officeart/2005/8/layout/hProcess9"/>
    <dgm:cxn modelId="{3BD736F1-CE42-4390-B155-EF6BEB3B0AC8}" type="presParOf" srcId="{642F9463-DBAD-48DA-8DE1-EC512B18377A}" destId="{E20A9182-41D3-4E5F-BCAE-A7F17D5B8C94}" srcOrd="7" destOrd="0" presId="urn:microsoft.com/office/officeart/2005/8/layout/hProcess9"/>
    <dgm:cxn modelId="{5A07F404-C83F-46FB-A084-2D6FD8B3805C}" type="presParOf" srcId="{642F9463-DBAD-48DA-8DE1-EC512B18377A}" destId="{75181892-391E-464C-8A6B-0B89B496285C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348FE0-A856-4194-BB98-681EA6DB67BF}">
      <dsp:nvSpPr>
        <dsp:cNvPr id="0" name=""/>
        <dsp:cNvSpPr/>
      </dsp:nvSpPr>
      <dsp:spPr>
        <a:xfrm rot="16200000">
          <a:off x="555012" y="-555012"/>
          <a:ext cx="1445614" cy="2555639"/>
        </a:xfrm>
        <a:prstGeom prst="round1Rect">
          <a:avLst/>
        </a:prstGeom>
        <a:gradFill rotWithShape="0">
          <a:gsLst>
            <a:gs pos="0">
              <a:schemeClr val="accent2">
                <a:shade val="80000"/>
                <a:hueOff val="0"/>
                <a:satOff val="0"/>
                <a:lumOff val="0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shade val="80000"/>
                <a:hueOff val="0"/>
                <a:satOff val="0"/>
                <a:lumOff val="0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shade val="80000"/>
                <a:hueOff val="0"/>
                <a:satOff val="0"/>
                <a:lumOff val="0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Regulatory Inspection</a:t>
          </a:r>
        </a:p>
      </dsp:txBody>
      <dsp:txXfrm rot="5400000">
        <a:off x="0" y="0"/>
        <a:ext cx="2555639" cy="1084210"/>
      </dsp:txXfrm>
    </dsp:sp>
    <dsp:sp modelId="{43A24AE3-712C-43E7-9CAA-A9D2E53108CE}">
      <dsp:nvSpPr>
        <dsp:cNvPr id="0" name=""/>
        <dsp:cNvSpPr/>
      </dsp:nvSpPr>
      <dsp:spPr>
        <a:xfrm>
          <a:off x="2555639" y="0"/>
          <a:ext cx="2555639" cy="1445614"/>
        </a:xfrm>
        <a:prstGeom prst="round1Rect">
          <a:avLst/>
        </a:prstGeom>
        <a:gradFill rotWithShape="0">
          <a:gsLst>
            <a:gs pos="0">
              <a:schemeClr val="accent2">
                <a:shade val="80000"/>
                <a:hueOff val="65637"/>
                <a:satOff val="381"/>
                <a:lumOff val="7722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shade val="80000"/>
                <a:hueOff val="65637"/>
                <a:satOff val="381"/>
                <a:lumOff val="7722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shade val="80000"/>
                <a:hueOff val="65637"/>
                <a:satOff val="381"/>
                <a:lumOff val="7722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Patient Safety Documentation</a:t>
          </a:r>
        </a:p>
      </dsp:txBody>
      <dsp:txXfrm>
        <a:off x="2555639" y="0"/>
        <a:ext cx="2555639" cy="1084210"/>
      </dsp:txXfrm>
    </dsp:sp>
    <dsp:sp modelId="{7E1EDCF0-DCB4-4A62-ABED-DA2BF9C76E5E}">
      <dsp:nvSpPr>
        <dsp:cNvPr id="0" name=""/>
        <dsp:cNvSpPr/>
      </dsp:nvSpPr>
      <dsp:spPr>
        <a:xfrm rot="10800000">
          <a:off x="0" y="1445614"/>
          <a:ext cx="2555639" cy="1445614"/>
        </a:xfrm>
        <a:prstGeom prst="round1Rect">
          <a:avLst/>
        </a:prstGeom>
        <a:gradFill rotWithShape="0">
          <a:gsLst>
            <a:gs pos="0">
              <a:schemeClr val="accent2">
                <a:shade val="80000"/>
                <a:hueOff val="131274"/>
                <a:satOff val="761"/>
                <a:lumOff val="15444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shade val="80000"/>
                <a:hueOff val="131274"/>
                <a:satOff val="761"/>
                <a:lumOff val="15444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shade val="80000"/>
                <a:hueOff val="131274"/>
                <a:satOff val="761"/>
                <a:lumOff val="15444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Sponsor Oversight</a:t>
          </a:r>
        </a:p>
      </dsp:txBody>
      <dsp:txXfrm rot="10800000">
        <a:off x="0" y="1807017"/>
        <a:ext cx="2555639" cy="1084210"/>
      </dsp:txXfrm>
    </dsp:sp>
    <dsp:sp modelId="{AE4986FB-A167-427D-82D8-105E41C7DC48}">
      <dsp:nvSpPr>
        <dsp:cNvPr id="0" name=""/>
        <dsp:cNvSpPr/>
      </dsp:nvSpPr>
      <dsp:spPr>
        <a:xfrm rot="5400000">
          <a:off x="3110651" y="890601"/>
          <a:ext cx="1445614" cy="2555639"/>
        </a:xfrm>
        <a:prstGeom prst="round1Rect">
          <a:avLst/>
        </a:prstGeom>
        <a:gradFill rotWithShape="0">
          <a:gsLst>
            <a:gs pos="0">
              <a:schemeClr val="accent2">
                <a:shade val="80000"/>
                <a:hueOff val="196911"/>
                <a:satOff val="1142"/>
                <a:lumOff val="23166"/>
                <a:alphaOff val="0"/>
                <a:tint val="94000"/>
                <a:satMod val="100000"/>
                <a:lumMod val="104000"/>
              </a:schemeClr>
            </a:gs>
            <a:gs pos="69000">
              <a:schemeClr val="accent2">
                <a:shade val="80000"/>
                <a:hueOff val="196911"/>
                <a:satOff val="1142"/>
                <a:lumOff val="23166"/>
                <a:alphaOff val="0"/>
                <a:shade val="86000"/>
                <a:satMod val="130000"/>
                <a:lumMod val="102000"/>
              </a:schemeClr>
            </a:gs>
            <a:gs pos="100000">
              <a:schemeClr val="accent2">
                <a:shade val="80000"/>
                <a:hueOff val="196911"/>
                <a:satOff val="1142"/>
                <a:lumOff val="23166"/>
                <a:alphaOff val="0"/>
                <a:shade val="72000"/>
                <a:satMod val="13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ICH GCP Compilance</a:t>
          </a:r>
          <a:endParaRPr lang="en-IN" sz="1800" kern="1200" dirty="0"/>
        </a:p>
      </dsp:txBody>
      <dsp:txXfrm rot="-5400000">
        <a:off x="2555639" y="1807017"/>
        <a:ext cx="2555639" cy="1084210"/>
      </dsp:txXfrm>
    </dsp:sp>
    <dsp:sp modelId="{A50032BE-D761-4A61-AFC7-3C47C54317B3}">
      <dsp:nvSpPr>
        <dsp:cNvPr id="0" name=""/>
        <dsp:cNvSpPr/>
      </dsp:nvSpPr>
      <dsp:spPr>
        <a:xfrm>
          <a:off x="1788947" y="1084210"/>
          <a:ext cx="1533383" cy="722807"/>
        </a:xfrm>
        <a:prstGeom prst="roundRect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Inspection Ready TMF</a:t>
          </a:r>
        </a:p>
      </dsp:txBody>
      <dsp:txXfrm>
        <a:off x="1824232" y="1119495"/>
        <a:ext cx="1462813" cy="652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73DB5E-EA66-4ED1-B162-D4C1FF12A851}">
      <dsp:nvSpPr>
        <dsp:cNvPr id="0" name=""/>
        <dsp:cNvSpPr/>
      </dsp:nvSpPr>
      <dsp:spPr>
        <a:xfrm>
          <a:off x="2734813" y="1190932"/>
          <a:ext cx="2141862" cy="2141968"/>
        </a:xfrm>
        <a:prstGeom prst="ellipse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Master TMF Baseline</a:t>
          </a:r>
        </a:p>
      </dsp:txBody>
      <dsp:txXfrm>
        <a:off x="3048481" y="1504616"/>
        <a:ext cx="1514526" cy="1514600"/>
      </dsp:txXfrm>
    </dsp:sp>
    <dsp:sp modelId="{80A4DC41-B59A-4C68-9688-A0D377D25688}">
      <dsp:nvSpPr>
        <dsp:cNvPr id="0" name=""/>
        <dsp:cNvSpPr/>
      </dsp:nvSpPr>
      <dsp:spPr>
        <a:xfrm>
          <a:off x="1630285" y="0"/>
          <a:ext cx="4317642" cy="4500880"/>
        </a:xfrm>
        <a:prstGeom prst="blockArc">
          <a:avLst>
            <a:gd name="adj1" fmla="val 17527788"/>
            <a:gd name="adj2" fmla="val 4119114"/>
            <a:gd name="adj3" fmla="val 5750"/>
          </a:avLst>
        </a:prstGeom>
        <a:solidFill>
          <a:schemeClr val="accent2">
            <a:shade val="50000"/>
            <a:hueOff val="265586"/>
            <a:satOff val="-877"/>
            <a:lumOff val="43785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B202D51-36D4-4A19-BA87-A94E0655DB2F}">
      <dsp:nvSpPr>
        <dsp:cNvPr id="0" name=""/>
        <dsp:cNvSpPr/>
      </dsp:nvSpPr>
      <dsp:spPr>
        <a:xfrm>
          <a:off x="4809483" y="379424"/>
          <a:ext cx="1147403" cy="1147724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1000" b="-1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A48C2B69-9F80-401F-BE2E-88266D2619A5}">
      <dsp:nvSpPr>
        <dsp:cNvPr id="0" name=""/>
        <dsp:cNvSpPr/>
      </dsp:nvSpPr>
      <dsp:spPr>
        <a:xfrm>
          <a:off x="6152310" y="338215"/>
          <a:ext cx="3001853" cy="88367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IN" sz="2000" kern="1200" dirty="0"/>
            <a:t>DIA Reference Model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Font typeface="Arial" panose="020B0604020202020204" pitchFamily="34" charset="0"/>
            <a:buNone/>
          </a:pPr>
          <a:r>
            <a:rPr lang="en-IN" sz="2000" kern="1200" dirty="0"/>
            <a:t>Core taxonomy and Zone Mapping</a:t>
          </a:r>
        </a:p>
      </dsp:txBody>
      <dsp:txXfrm>
        <a:off x="6152310" y="338215"/>
        <a:ext cx="3001853" cy="883677"/>
      </dsp:txXfrm>
    </dsp:sp>
    <dsp:sp modelId="{290C6B78-E7C1-49D6-A95C-41438B0EC578}">
      <dsp:nvSpPr>
        <dsp:cNvPr id="0" name=""/>
        <dsp:cNvSpPr/>
      </dsp:nvSpPr>
      <dsp:spPr>
        <a:xfrm>
          <a:off x="5252958" y="1685129"/>
          <a:ext cx="1147403" cy="1147724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2BADE64-C7F3-49E0-8DB4-1C76FDCCB778}">
      <dsp:nvSpPr>
        <dsp:cNvPr id="0" name=""/>
        <dsp:cNvSpPr/>
      </dsp:nvSpPr>
      <dsp:spPr>
        <a:xfrm>
          <a:off x="6467529" y="1600837"/>
          <a:ext cx="3023678" cy="1210279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IN" sz="2000" kern="1200" dirty="0"/>
            <a:t>ICH E6 R3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IN" sz="2000" kern="1200" dirty="0"/>
            <a:t>Essential Document Compliance</a:t>
          </a:r>
        </a:p>
      </dsp:txBody>
      <dsp:txXfrm>
        <a:off x="6467529" y="1600837"/>
        <a:ext cx="3023678" cy="1210279"/>
      </dsp:txXfrm>
    </dsp:sp>
    <dsp:sp modelId="{D4B2D138-2D12-49FF-80AE-177418468284}">
      <dsp:nvSpPr>
        <dsp:cNvPr id="0" name=""/>
        <dsp:cNvSpPr/>
      </dsp:nvSpPr>
      <dsp:spPr>
        <a:xfrm>
          <a:off x="4809483" y="3009288"/>
          <a:ext cx="1147403" cy="1147724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15000" r="-15000"/>
          </a:stretch>
        </a:blip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9F50584-872B-42A2-A047-D703646BB459}">
      <dsp:nvSpPr>
        <dsp:cNvPr id="0" name=""/>
        <dsp:cNvSpPr/>
      </dsp:nvSpPr>
      <dsp:spPr>
        <a:xfrm>
          <a:off x="6132513" y="3045067"/>
          <a:ext cx="3214691" cy="1110817"/>
        </a:xfrm>
        <a:prstGeom prst="rect">
          <a:avLst/>
        </a:prstGeom>
        <a:noFill/>
        <a:ln w="12700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IN" sz="2000" kern="1200" dirty="0"/>
            <a:t>21 CFR Part 11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10000"/>
            </a:spcAft>
            <a:buNone/>
          </a:pPr>
          <a:r>
            <a:rPr lang="en-IN" sz="2000" kern="1200" dirty="0"/>
            <a:t>Electronic Signature and Data Integrity Validation</a:t>
          </a:r>
        </a:p>
      </dsp:txBody>
      <dsp:txXfrm>
        <a:off x="6132513" y="3045067"/>
        <a:ext cx="3214691" cy="11108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C5DF1-4A4A-4284-B35D-745245169A6B}">
      <dsp:nvSpPr>
        <dsp:cNvPr id="0" name=""/>
        <dsp:cNvSpPr/>
      </dsp:nvSpPr>
      <dsp:spPr>
        <a:xfrm rot="5400000">
          <a:off x="-323604" y="327046"/>
          <a:ext cx="2157360" cy="1510152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 dirty="0"/>
            <a:t>📊</a:t>
          </a:r>
        </a:p>
      </dsp:txBody>
      <dsp:txXfrm rot="-5400000">
        <a:off x="0" y="758518"/>
        <a:ext cx="1510152" cy="647208"/>
      </dsp:txXfrm>
    </dsp:sp>
    <dsp:sp modelId="{DE218D0D-7004-464D-A4A9-ECFC62EF4F12}">
      <dsp:nvSpPr>
        <dsp:cNvPr id="0" name=""/>
        <dsp:cNvSpPr/>
      </dsp:nvSpPr>
      <dsp:spPr>
        <a:xfrm rot="5400000">
          <a:off x="4133174" y="-2619579"/>
          <a:ext cx="1402284" cy="6648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600" kern="1200" dirty="0"/>
            <a:t>Completeness rate = </a:t>
          </a:r>
          <a:r>
            <a:rPr lang="en-IN" sz="1600" u="sng" kern="1200" dirty="0"/>
            <a:t>Available required docs    </a:t>
          </a:r>
          <a:r>
            <a:rPr lang="en-IN" sz="1600" u="none" kern="1200" dirty="0"/>
            <a:t>%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1600" u="none" kern="1200" dirty="0"/>
            <a:t>                                            Expected required docs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600" u="none" kern="1200" dirty="0"/>
            <a:t>Quality pass rate =  </a:t>
          </a:r>
          <a:r>
            <a:rPr lang="en-IN" sz="1600" u="sng" kern="1200" dirty="0"/>
            <a:t>Passed docs      </a:t>
          </a:r>
          <a:r>
            <a:rPr lang="en-IN" sz="1600" u="none" kern="1200" dirty="0"/>
            <a:t>%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None/>
          </a:pPr>
          <a:r>
            <a:rPr lang="en-IN" sz="1600" u="none" kern="1200" dirty="0"/>
            <a:t>                                       Reviewed docs</a:t>
          </a:r>
        </a:p>
      </dsp:txBody>
      <dsp:txXfrm rot="-5400000">
        <a:off x="1510153" y="71896"/>
        <a:ext cx="6579873" cy="1265376"/>
      </dsp:txXfrm>
    </dsp:sp>
    <dsp:sp modelId="{5BD31484-7D0E-41C6-93E6-D3E9110DD7E5}">
      <dsp:nvSpPr>
        <dsp:cNvPr id="0" name=""/>
        <dsp:cNvSpPr/>
      </dsp:nvSpPr>
      <dsp:spPr>
        <a:xfrm rot="5400000">
          <a:off x="-323604" y="2198014"/>
          <a:ext cx="2157360" cy="1510152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/>
            <a:t>🚦</a:t>
          </a:r>
        </a:p>
      </dsp:txBody>
      <dsp:txXfrm rot="-5400000">
        <a:off x="0" y="2629486"/>
        <a:ext cx="1510152" cy="647208"/>
      </dsp:txXfrm>
    </dsp:sp>
    <dsp:sp modelId="{0AE97B78-F5DC-497F-A2A8-E98AC14DCE6A}">
      <dsp:nvSpPr>
        <dsp:cNvPr id="0" name=""/>
        <dsp:cNvSpPr/>
      </dsp:nvSpPr>
      <dsp:spPr>
        <a:xfrm rot="5400000">
          <a:off x="4132805" y="-748242"/>
          <a:ext cx="1403021" cy="664832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🟢 </a:t>
          </a:r>
          <a:r>
            <a:rPr lang="en-US" sz="1600" kern="1200" dirty="0"/>
            <a:t>Low: &gt;85% Score</a:t>
          </a:r>
          <a:endParaRPr lang="en-IN" sz="18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🟡 Moderate: 70% - 85% Score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🔴 High: &lt;70% Score</a:t>
          </a:r>
          <a:endParaRPr lang="en-IN" sz="1600" kern="1200" dirty="0"/>
        </a:p>
      </dsp:txBody>
      <dsp:txXfrm rot="-5400000">
        <a:off x="1510152" y="1942901"/>
        <a:ext cx="6579837" cy="12660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D7F78-907F-483C-82BD-5AB84DEE86EF}">
      <dsp:nvSpPr>
        <dsp:cNvPr id="0" name=""/>
        <dsp:cNvSpPr/>
      </dsp:nvSpPr>
      <dsp:spPr>
        <a:xfrm>
          <a:off x="613" y="0"/>
          <a:ext cx="2484953" cy="16972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64" tIns="0" rIns="4383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solidFill>
                <a:schemeClr val="bg2"/>
              </a:solidFill>
            </a:rPr>
            <a:t>TMF Reconciliation Report </a:t>
          </a:r>
        </a:p>
      </dsp:txBody>
      <dsp:txXfrm>
        <a:off x="613" y="678899"/>
        <a:ext cx="2484953" cy="1018350"/>
      </dsp:txXfrm>
    </dsp:sp>
    <dsp:sp modelId="{BADC841F-6C11-4E9B-A850-DA9EF3F4C506}">
      <dsp:nvSpPr>
        <dsp:cNvPr id="0" name=""/>
        <dsp:cNvSpPr/>
      </dsp:nvSpPr>
      <dsp:spPr>
        <a:xfrm>
          <a:off x="613" y="0"/>
          <a:ext cx="2484953" cy="67890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4" tIns="165100" rIns="43832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01</a:t>
          </a:r>
        </a:p>
      </dsp:txBody>
      <dsp:txXfrm>
        <a:off x="613" y="0"/>
        <a:ext cx="2484953" cy="678900"/>
      </dsp:txXfrm>
    </dsp:sp>
    <dsp:sp modelId="{64BCDCBD-83B0-428D-B083-BF4A4C923B51}">
      <dsp:nvSpPr>
        <dsp:cNvPr id="0" name=""/>
        <dsp:cNvSpPr/>
      </dsp:nvSpPr>
      <dsp:spPr>
        <a:xfrm>
          <a:off x="2653872" y="0"/>
          <a:ext cx="2484953" cy="16972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865265"/>
              <a:satOff val="452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64" tIns="0" rIns="4383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 dirty="0">
              <a:solidFill>
                <a:schemeClr val="bg2"/>
              </a:solidFill>
            </a:rPr>
            <a:t>Site Risk Scorecard</a:t>
          </a:r>
        </a:p>
      </dsp:txBody>
      <dsp:txXfrm>
        <a:off x="2653872" y="678900"/>
        <a:ext cx="2484953" cy="1018350"/>
      </dsp:txXfrm>
    </dsp:sp>
    <dsp:sp modelId="{7A419C07-23B7-423D-B2B4-F7C4D5BC19C3}">
      <dsp:nvSpPr>
        <dsp:cNvPr id="0" name=""/>
        <dsp:cNvSpPr/>
      </dsp:nvSpPr>
      <dsp:spPr>
        <a:xfrm>
          <a:off x="2684363" y="0"/>
          <a:ext cx="2484953" cy="67890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4" tIns="165100" rIns="43832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02</a:t>
          </a:r>
        </a:p>
      </dsp:txBody>
      <dsp:txXfrm>
        <a:off x="2684363" y="0"/>
        <a:ext cx="2484953" cy="678900"/>
      </dsp:txXfrm>
    </dsp:sp>
    <dsp:sp modelId="{C391B107-EE55-434C-9724-772E330CA670}">
      <dsp:nvSpPr>
        <dsp:cNvPr id="0" name=""/>
        <dsp:cNvSpPr/>
      </dsp:nvSpPr>
      <dsp:spPr>
        <a:xfrm>
          <a:off x="5368112" y="0"/>
          <a:ext cx="2484953" cy="16972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730531"/>
              <a:satOff val="904"/>
              <a:lumOff val="0"/>
              <a:alphaOff val="0"/>
            </a:schemeClr>
          </a:solidFill>
          <a:prstDash val="solid"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7664" tIns="0" rIns="43832" bIns="33020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b="0" kern="1200" dirty="0">
              <a:solidFill>
                <a:schemeClr val="bg2"/>
              </a:solidFill>
            </a:rPr>
            <a:t>Discrepancy Query Log</a:t>
          </a:r>
        </a:p>
      </dsp:txBody>
      <dsp:txXfrm>
        <a:off x="5368112" y="678899"/>
        <a:ext cx="2484953" cy="1018350"/>
      </dsp:txXfrm>
    </dsp:sp>
    <dsp:sp modelId="{4EEF0750-9A7A-443F-AC53-437CE078324A}">
      <dsp:nvSpPr>
        <dsp:cNvPr id="0" name=""/>
        <dsp:cNvSpPr/>
      </dsp:nvSpPr>
      <dsp:spPr>
        <a:xfrm>
          <a:off x="5368112" y="0"/>
          <a:ext cx="2484953" cy="678900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64" tIns="165100" rIns="43832" bIns="16510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500" kern="1200"/>
            <a:t>03</a:t>
          </a:r>
        </a:p>
      </dsp:txBody>
      <dsp:txXfrm>
        <a:off x="5368112" y="0"/>
        <a:ext cx="2484953" cy="678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3EE28-205A-4761-AC16-8CF7B4AFF5A0}">
      <dsp:nvSpPr>
        <dsp:cNvPr id="0" name=""/>
        <dsp:cNvSpPr/>
      </dsp:nvSpPr>
      <dsp:spPr>
        <a:xfrm>
          <a:off x="654557" y="0"/>
          <a:ext cx="7418324" cy="2463799"/>
        </a:xfrm>
        <a:prstGeom prst="rightArrow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BE637C-104D-4B36-9EE5-E6EDBAA0DA2D}">
      <dsp:nvSpPr>
        <dsp:cNvPr id="0" name=""/>
        <dsp:cNvSpPr/>
      </dsp:nvSpPr>
      <dsp:spPr>
        <a:xfrm>
          <a:off x="545" y="739140"/>
          <a:ext cx="1652881" cy="985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Issue detected</a:t>
          </a:r>
        </a:p>
      </dsp:txBody>
      <dsp:txXfrm>
        <a:off x="48654" y="787249"/>
        <a:ext cx="1556663" cy="889302"/>
      </dsp:txXfrm>
    </dsp:sp>
    <dsp:sp modelId="{B9CE998A-27B0-4E90-BB15-DC8B08668D9C}">
      <dsp:nvSpPr>
        <dsp:cNvPr id="0" name=""/>
        <dsp:cNvSpPr/>
      </dsp:nvSpPr>
      <dsp:spPr>
        <a:xfrm>
          <a:off x="1768912" y="739140"/>
          <a:ext cx="1652881" cy="985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Query Created</a:t>
          </a:r>
        </a:p>
      </dsp:txBody>
      <dsp:txXfrm>
        <a:off x="1817021" y="787249"/>
        <a:ext cx="1556663" cy="889302"/>
      </dsp:txXfrm>
    </dsp:sp>
    <dsp:sp modelId="{D7799190-DCA6-4817-9BEF-2FF1A63C8369}">
      <dsp:nvSpPr>
        <dsp:cNvPr id="0" name=""/>
        <dsp:cNvSpPr/>
      </dsp:nvSpPr>
      <dsp:spPr>
        <a:xfrm>
          <a:off x="3537279" y="739140"/>
          <a:ext cx="1652881" cy="985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CRA Assigned</a:t>
          </a:r>
        </a:p>
      </dsp:txBody>
      <dsp:txXfrm>
        <a:off x="3585388" y="787249"/>
        <a:ext cx="1556663" cy="889302"/>
      </dsp:txXfrm>
    </dsp:sp>
    <dsp:sp modelId="{7C3429E1-0495-465B-9258-771D2E4DAD6B}">
      <dsp:nvSpPr>
        <dsp:cNvPr id="0" name=""/>
        <dsp:cNvSpPr/>
      </dsp:nvSpPr>
      <dsp:spPr>
        <a:xfrm>
          <a:off x="5305645" y="739140"/>
          <a:ext cx="1652881" cy="985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Site Responds</a:t>
          </a:r>
        </a:p>
      </dsp:txBody>
      <dsp:txXfrm>
        <a:off x="5353754" y="787249"/>
        <a:ext cx="1556663" cy="889302"/>
      </dsp:txXfrm>
    </dsp:sp>
    <dsp:sp modelId="{75181892-391E-464C-8A6B-0B89B496285C}">
      <dsp:nvSpPr>
        <dsp:cNvPr id="0" name=""/>
        <dsp:cNvSpPr/>
      </dsp:nvSpPr>
      <dsp:spPr>
        <a:xfrm>
          <a:off x="7074012" y="739140"/>
          <a:ext cx="1652881" cy="9855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Verified &amp; Closed</a:t>
          </a:r>
        </a:p>
      </dsp:txBody>
      <dsp:txXfrm>
        <a:off x="7122121" y="787249"/>
        <a:ext cx="1556663" cy="889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RadialPictureList">
  <dgm:title val="Radial Picture List"/>
  <dgm:desc val="Use to show relationships to a central idea. The Level 1 shape contains text and all Level 2 shapes contain a picture with corresponding text. Limited to four Level 2 pictures.  Unused pictures do not appear, but remain available if you switch layouts. Works best with a small amount of Level 2 text."/>
  <dgm:catLst>
    <dgm:cat type="picture" pri="2500"/>
    <dgm:cat type="officeonline" pri="2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1" srcId="0" destId="10" srcOrd="0" destOrd="0"/>
        <dgm:cxn modelId="2" srcId="10" destId="11" srcOrd="0" destOrd="0"/>
        <dgm:cxn modelId="3" srcId="10" destId="12" srcOrd="1" destOrd="0"/>
        <dgm:cxn modelId="4" srcId="10" destId="13" srcOrd="2" destOrd="0"/>
        <dgm:cxn modelId="5" srcId="10" destId="14" srcOrd="3" destOrd="0"/>
      </dgm:cxnLst>
      <dgm:bg/>
      <dgm:whole/>
    </dgm:dataModel>
  </dgm:clrData>
  <dgm:layoutNode name="Name0">
    <dgm:varLst>
      <dgm:chMax val="1"/>
      <dgm:chPref val="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Child1" refType="w" fact="0.76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5661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6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l" for="ch" forName="Parent" refType="w" fact="0.1777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l" for="ch" forName="Image1" refType="w" fact="0.5531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l" for="ch" forName="Image2" refType="w" fact="0.5531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l" for="ch" forName="Child1" refType="w" fact="0.7529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l" for="ch" forName="Child2" refType="w" fact="0.7529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7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" refType="w" fact="0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l" for="ch" forName="Parent" refType="w" fact="0.1726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l" for="ch" forName="Image1" refType="w" fact="0.4968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l" for="ch" forName="Image2" refType="w" fact="0.5661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l" for="ch" forName="Image3" refType="w" fact="0.4968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l" for="ch" forName="Child1" refType="w" fact="0.6897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l" for="ch" forName="Child2" refType="w" fact="0.76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l" for="ch" forName="Child3" refType="w" fact="0.6897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8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" refType="w" fact="0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l" for="ch" forName="Parent" refType="w" fact="0.1756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l" for="ch" forName="Image1" refType="w" fact="0.42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l" for="ch" forName="Image2" refType="w" fact="0.5598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l" for="ch" forName="Image3" refType="w" fact="0.5591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l" for="ch" forName="Image4" refType="w" fact="0.42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l" for="ch" forName="Child1" refType="w" fact="0.6214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l" for="ch" forName="Child2" refType="w" fact="0.7557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l" for="ch" forName="Child3" refType="w" fact="0.7557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l" for="ch" forName="Child4" refType="w" fact="0.6214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if>
      <dgm:else name="Name9">
        <dgm:choose name="Name10">
          <dgm:if name="Name11" axis="ch ch" ptType="node node" st="1 1" cnt="1 0" func="cnt" op="equ" val="0">
            <dgm:alg type="composite">
              <dgm:param type="ar" val="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2" axis="ch ch" ptType="node node" st="1 1" cnt="1 0" func="cnt" op="equ" val="1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Child1" refType="w" fact="0.24"/>
              <dgm:constr type="t" for="ch" forName="Child1" refType="h" fact="0.3739"/>
              <dgm:constr type="w" for="ch" forName="Child1" refType="w" fact="0.24"/>
              <dgm:constr type="h" for="ch" forName="Child1" refType="h" fact="0.255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4339"/>
              <dgm:constr type="t" for="ch" forName="Image1" refType="h" fact="0.3744"/>
              <dgm:constr type="w" for="ch" forName="Image1" refType="w" fact="0.1793"/>
              <dgm:constr type="h" for="ch" forName="Image1" refType="h" fact="0.255"/>
            </dgm:constrLst>
          </dgm:if>
          <dgm:if name="Name13" axis="ch ch" ptType="node node" st="1 1" cnt="1 0" func="cnt" op="equ" val="2">
            <dgm:alg type="composite">
              <dgm:param type="ar" val="1.381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946"/>
              <dgm:constr type="h" for="ch" forName="Accent" refType="h"/>
              <dgm:constr type="r" for="ch" forName="Parent" refType="w" fact="0.8223"/>
              <dgm:constr type="t" for="ch" forName="Parent" refType="h" fact="0.2646"/>
              <dgm:constr type="w" for="ch" forName="Parent" refType="w" fact="0.3446"/>
              <dgm:constr type="h" for="ch" forName="Parent" refType="h" fact="0.4759"/>
              <dgm:constr type="r" for="ch" forName="Image1" refType="w" fact="0.4469"/>
              <dgm:constr type="t" for="ch" forName="Image1" refType="h" fact="0.1585"/>
              <dgm:constr type="w" for="ch" forName="Image1" refType="w" fact="0.1846"/>
              <dgm:constr type="h" for="ch" forName="Image1" refType="h" fact="0.255"/>
              <dgm:constr type="r" for="ch" forName="Image2" refType="w" fact="0.4469"/>
              <dgm:constr type="t" for="ch" forName="Image2" refType="h" fact="0.5624"/>
              <dgm:constr type="w" for="ch" forName="Image2" refType="w" fact="0.1846"/>
              <dgm:constr type="h" for="ch" forName="Image2" refType="h" fact="0.255"/>
              <dgm:constr type="r" for="ch" forName="Child1" refType="w" fact="0.2471"/>
              <dgm:constr type="t" for="ch" forName="Child1" refType="h" fact="0.1618"/>
              <dgm:constr type="w" for="ch" forName="Child1" refType="w" fact="0.2471"/>
              <dgm:constr type="h" for="ch" forName="Child1" refType="h" fact="0.2468"/>
              <dgm:constr type="r" for="ch" forName="Child2" refType="w" fact="0.2471"/>
              <dgm:constr type="t" for="ch" forName="Child2" refType="h" fact="0.5657"/>
              <dgm:constr type="w" for="ch" forName="Child2" refType="w" fact="0.2471"/>
              <dgm:constr type="h" for="ch" forName="Child2" refType="h" fact="0.2468"/>
            </dgm:constrLst>
          </dgm:if>
          <dgm:if name="Name14" axis="ch ch" ptType="node node" st="1 1" cnt="1 0" func="cnt" op="equ" val="3">
            <dgm:alg type="composite">
              <dgm:param type="ar" val="1.4218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" refType="w"/>
              <dgm:constr type="t" for="ch" forName="Accent" refType="h" fact="0"/>
              <dgm:constr type="w" for="ch" forName="Accent" refType="w" fact="0.6747"/>
              <dgm:constr type="h" for="ch" forName="Accent" refType="h"/>
              <dgm:constr type="r" for="ch" forName="Parent" refType="w" fact="0.8274"/>
              <dgm:constr type="t" for="ch" forName="Parent" refType="h" fact="0.2646"/>
              <dgm:constr type="w" for="ch" forName="Parent" refType="w" fact="0.3347"/>
              <dgm:constr type="h" for="ch" forName="Parent" refType="h" fact="0.4759"/>
              <dgm:constr type="r" for="ch" forName="Image1" refType="w" fact="0.5032"/>
              <dgm:constr type="t" for="ch" forName="Image1" refType="h" fact="0.0843"/>
              <dgm:constr type="w" for="ch" forName="Image1" refType="w" fact="0.1793"/>
              <dgm:constr type="h" for="ch" forName="Image1" refType="h" fact="0.255"/>
              <dgm:constr type="r" for="ch" forName="Image2" refType="w" fact="0.4339"/>
              <dgm:constr type="t" for="ch" forName="Image2" refType="h" fact="0.3744"/>
              <dgm:constr type="w" for="ch" forName="Image2" refType="w" fact="0.1793"/>
              <dgm:constr type="h" for="ch" forName="Image2" refType="h" fact="0.255"/>
              <dgm:constr type="r" for="ch" forName="Image3" refType="w" fact="0.5032"/>
              <dgm:constr type="t" for="ch" forName="Image3" refType="h" fact="0.6686"/>
              <dgm:constr type="w" for="ch" forName="Image3" refType="w" fact="0.1793"/>
              <dgm:constr type="h" for="ch" forName="Image3" refType="h" fact="0.255"/>
              <dgm:constr type="r" for="ch" forName="Child1" refType="w" fact="0.3103"/>
              <dgm:constr type="t" for="ch" forName="Child1" refType="h" fact="0.0884"/>
              <dgm:constr type="w" for="ch" forName="Child1" refType="w" fact="0.24"/>
              <dgm:constr type="h" for="ch" forName="Child1" refType="h" fact="0.2468"/>
              <dgm:constr type="r" for="ch" forName="Child2" refType="w" fact="0.24"/>
              <dgm:constr type="t" for="ch" forName="Child2" refType="h" fact="0.378"/>
              <dgm:constr type="w" for="ch" forName="Child2" refType="w" fact="0.24"/>
              <dgm:constr type="h" for="ch" forName="Child2" refType="h" fact="0.2468"/>
              <dgm:constr type="r" for="ch" forName="Child3" refType="w" fact="0.3103"/>
              <dgm:constr type="t" for="ch" forName="Child3" refType="h" fact="0.6738"/>
              <dgm:constr type="w" for="ch" forName="Child3" refType="w" fact="0.24"/>
              <dgm:constr type="h" for="ch" forName="Child3" refType="h" fact="0.2468"/>
            </dgm:constrLst>
          </dgm:if>
          <dgm:else name="Name15">
            <dgm:alg type="composite">
              <dgm:param type="ar" val="1.2852"/>
            </dgm:alg>
            <dgm:constrLst>
              <dgm:constr type="primFontSz" for="des" forName="Child1" val="65"/>
              <dgm:constr type="primFontSz" for="des" forName="Parent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" refType="w"/>
              <dgm:constr type="t" for="ch" forName="Accent" refType="h" fact="0.0361"/>
              <dgm:constr type="w" for="ch" forName="Accent" refType="w" fact="0.6865"/>
              <dgm:constr type="h" for="ch" forName="Accent" refType="h" fact="0.9197"/>
              <dgm:constr type="r" for="ch" forName="Parent" refType="w" fact="0.8244"/>
              <dgm:constr type="t" for="ch" forName="Parent" refType="h" fact="0.2795"/>
              <dgm:constr type="w" for="ch" forName="Parent" refType="w" fact="0.3406"/>
              <dgm:constr type="h" for="ch" forName="Parent" refType="h" fact="0.4377"/>
              <dgm:constr type="r" for="ch" forName="Image1" refType="w" fact="0.575"/>
              <dgm:constr type="t" for="ch" forName="Image1" refType="h" fact="0"/>
              <dgm:constr type="w" for="ch" forName="Image1" refType="w" fact="0.1825"/>
              <dgm:constr type="h" for="ch" forName="Image1" refType="h" fact="0.2345"/>
              <dgm:constr type="r" for="ch" forName="Image2" refType="w" fact="0.4402"/>
              <dgm:constr type="t" for="ch" forName="Image2" refType="h" fact="0.2184"/>
              <dgm:constr type="w" for="ch" forName="Image2" refType="w" fact="0.1825"/>
              <dgm:constr type="h" for="ch" forName="Image2" refType="h" fact="0.2345"/>
              <dgm:constr type="r" for="ch" forName="Image3" refType="w" fact="0.4409"/>
              <dgm:constr type="t" for="ch" forName="Image3" refType="h" fact="0.5395"/>
              <dgm:constr type="w" for="ch" forName="Image3" refType="w" fact="0.1825"/>
              <dgm:constr type="h" for="ch" forName="Image3" refType="h" fact="0.2345"/>
              <dgm:constr type="r" for="ch" forName="Image4" refType="w" fact="0.575"/>
              <dgm:constr type="t" for="ch" forName="Image4" refType="h" fact="0.7655"/>
              <dgm:constr type="w" for="ch" forName="Image4" refType="w" fact="0.1825"/>
              <dgm:constr type="h" for="ch" forName="Image4" refType="h" fact="0.2345"/>
              <dgm:constr type="r" for="ch" forName="Child1" refType="w" fact="0.3786"/>
              <dgm:constr type="t" for="ch" forName="Child1" refType="h" fact="0.003"/>
              <dgm:constr type="w" for="ch" forName="Child1" refType="w" fact="0.2443"/>
              <dgm:constr type="h" for="ch" forName="Child1" refType="h" fact="0.227"/>
              <dgm:constr type="r" for="ch" forName="Child2" refType="w" fact="0.2443"/>
              <dgm:constr type="t" for="ch" forName="Child2" refType="h" fact="0.2225"/>
              <dgm:constr type="w" for="ch" forName="Child2" refType="w" fact="0.2443"/>
              <dgm:constr type="h" for="ch" forName="Child2" refType="h" fact="0.227"/>
              <dgm:constr type="r" for="ch" forName="Child3" refType="w" fact="0.2443"/>
              <dgm:constr type="t" for="ch" forName="Child3" refType="h" fact="0.5433"/>
              <dgm:constr type="w" for="ch" forName="Child3" refType="w" fact="0.2443"/>
              <dgm:constr type="h" for="ch" forName="Child3" refType="h" fact="0.227"/>
              <dgm:constr type="r" for="ch" forName="Child4" refType="w" fact="0.3786"/>
              <dgm:constr type="t" for="ch" forName="Child4" refType="h" fact="0.7703"/>
              <dgm:constr type="w" for="ch" forName="Child4" refType="w" fact="0.2443"/>
              <dgm:constr type="h" for="ch" forName="Child4" refType="h" fact="0.227"/>
            </dgm:constrLst>
          </dgm:else>
        </dgm:choose>
      </dgm:else>
    </dgm:choose>
    <dgm:forEach name="wrapper" axis="self" ptType="parTrans">
      <dgm:forEach name="ImageRepeat" axis="self">
        <dgm:layoutNode name="Image" styleLbl="fgImgPlace1">
          <dgm:alg type="sp"/>
          <dgm:shape xmlns:r="http://schemas.openxmlformats.org/officeDocument/2006/relationships" type="ellipse" r:blip="" blipPhldr="1">
            <dgm:adjLst/>
          </dgm:shape>
          <dgm:presOf/>
        </dgm:layoutNode>
      </dgm:forEach>
    </dgm:forEach>
    <dgm:forEach name="Name16" axis="ch" ptType="node" cnt="1">
      <dgm:layoutNode name="Parent" styleLbl="node1">
        <dgm:varLst>
          <dgm:chMax val="4"/>
          <dgm:chPref val="3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7" axis="ch ch" ptType="node node" st="1 1" cnt="1 1">
      <dgm:layoutNode name="Accent" styleLbl="node1">
        <dgm:alg type="sp"/>
        <dgm:choose name="Name18">
          <dgm:if name="Name19" func="var" arg="dir" op="equ" val="norm">
            <dgm:choose name="Name20">
              <dgm:if name="Name21" axis="followSib" ptType="node" func="cnt" op="equ" val="0">
                <dgm:shape xmlns:r="http://schemas.openxmlformats.org/officeDocument/2006/relationships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2" axis="followSib" ptType="node" func="cnt" op="equ" val="1">
                <dgm:shape xmlns:r="http://schemas.openxmlformats.org/officeDocument/2006/relationships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3" axis="followSib" ptType="node" func="cnt" op="equ" val="2">
                <dgm:shape xmlns:r="http://schemas.openxmlformats.org/officeDocument/2006/relationships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24">
                <dgm:shape xmlns:r="http://schemas.openxmlformats.org/officeDocument/2006/relationships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if>
          <dgm:else name="Name25">
            <dgm:choose name="Name26">
              <dgm:if name="Name27" axis="followSib" ptType="node" func="cnt" op="equ" val="0">
                <dgm:shape xmlns:r="http://schemas.openxmlformats.org/officeDocument/2006/relationships" rot="180" type="blockArc" r:blip="">
                  <dgm:adjLst>
                    <dgm:adj idx="1" val="-49.0368"/>
                    <dgm:adj idx="2" val="49.4265"/>
                    <dgm:adj idx="3" val="0.0564"/>
                  </dgm:adjLst>
                </dgm:shape>
              </dgm:if>
              <dgm:if name="Name28" axis="followSib" ptType="node" func="cnt" op="equ" val="1">
                <dgm:shape xmlns:r="http://schemas.openxmlformats.org/officeDocument/2006/relationships" rot="180" type="blockArc" r:blip="">
                  <dgm:adjLst>
                    <dgm:adj idx="1" val="-64.2028"/>
                    <dgm:adj idx="2" val="64.5456"/>
                    <dgm:adj idx="3" val="0.0558"/>
                  </dgm:adjLst>
                </dgm:shape>
              </dgm:if>
              <dgm:if name="Name29" axis="followSib" ptType="node" func="cnt" op="equ" val="2">
                <dgm:shape xmlns:r="http://schemas.openxmlformats.org/officeDocument/2006/relationships" rot="180" type="blockArc" r:blip="">
                  <dgm:adjLst>
                    <dgm:adj idx="1" val="-67.8702"/>
                    <dgm:adj idx="2" val="68.6519"/>
                    <dgm:adj idx="3" val="0.0575"/>
                  </dgm:adjLst>
                </dgm:shape>
              </dgm:if>
              <dgm:else name="Name30">
                <dgm:shape xmlns:r="http://schemas.openxmlformats.org/officeDocument/2006/relationships" rot="180" type="blockArc" r:blip="">
                  <dgm:adjLst>
                    <dgm:adj idx="1" val="-84.8426"/>
                    <dgm:adj idx="2" val="84.8009"/>
                    <dgm:adj idx="3" val="0.0524"/>
                  </dgm:adjLst>
                </dgm:shape>
              </dgm:else>
            </dgm:choose>
          </dgm:else>
        </dgm:choose>
        <dgm:presOf/>
      </dgm:layoutNode>
      <dgm:layoutNode name="Image1" styleLbl="fgImgPlace1">
        <dgm:alg type="sp"/>
        <dgm:shape xmlns:r="http://schemas.openxmlformats.org/officeDocument/2006/relationships" type="ellipse" r:blip="" blipPhldr="1">
          <dgm:adjLst/>
        </dgm:shape>
        <dgm:presOf/>
      </dgm:layoutNode>
      <dgm:layoutNode name="Child1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4" axis="ch ch" ptType="node node" st="1 2" cnt="1 1">
      <dgm:layoutNode name="Image2">
        <dgm:alg type="sp"/>
        <dgm:shape xmlns:r="http://schemas.openxmlformats.org/officeDocument/2006/relationships" r:blip="">
          <dgm:adjLst/>
        </dgm:shape>
        <dgm:presOf/>
        <dgm:constrLst/>
        <dgm:forEach name="Name35" ref="ImageRepeat"/>
      </dgm:layoutNode>
      <dgm:layoutNode name="Child2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3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9" axis="ch ch" ptType="node node" st="1 3" cnt="1 1">
      <dgm:layoutNode name="Image3">
        <dgm:alg type="sp"/>
        <dgm:shape xmlns:r="http://schemas.openxmlformats.org/officeDocument/2006/relationships" r:blip="">
          <dgm:adjLst/>
        </dgm:shape>
        <dgm:presOf/>
        <dgm:constrLst/>
        <dgm:forEach name="Name40" ref="ImageRepeat"/>
      </dgm:layoutNode>
      <dgm:layoutNode name="Child3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3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4" axis="ch ch" ptType="node node" st="1 4" cnt="1 1">
      <dgm:layoutNode name="Image4">
        <dgm:alg type="sp"/>
        <dgm:shape xmlns:r="http://schemas.openxmlformats.org/officeDocument/2006/relationships" r:blip="">
          <dgm:adjLst/>
        </dgm:shape>
        <dgm:presOf/>
        <dgm:constrLst/>
        <dgm:forEach name="Name45" ref="Image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l"/>
              <dgm:param type="shpTxLTRAlignCh" val="l"/>
              <dgm:param type="parTxRTLAlign" val="l"/>
              <dgm:param type="shpTxRTLAlignCh" val="l"/>
              <dgm:param type="lnSpAfParP" val="10"/>
            </dgm:alg>
          </dgm:if>
          <dgm:else name="Name48">
            <dgm:alg type="tx">
              <dgm:param type="parTxLTRAlign" val="r"/>
              <dgm:param type="shpTxLTRAlignCh" val="r"/>
              <dgm:param type="parTxRTLAlign" val="r"/>
              <dgm:param type="shpTxRTLAlignCh" val="r"/>
              <dgm:param type="lnSpAfParP" val="10"/>
            </dgm:alg>
          </dgm:else>
        </dgm:choose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24/layout/NumberedTitleCardList#1">
  <dgm:title val=""/>
  <dgm:desc val=""/>
  <dgm:catLst>
    <dgm:cat type="list" pri="81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EEE44813-4AAF-4E7C-AEB7-68893E344554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FB934BAD-91CB-4BBB-9B0D-7ED774B1EE2A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E13FD5EE-1061-4B49-9A62-B84CCFC87871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7DA2ED-11EB-4373-BC53-C0291AB23F4D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C888D-06C2-4A61-BCCC-27F3028640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445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AC888D-06C2-4A61-BCCC-27F30286401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813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87F17-E523-452F-8659-7A9E3EC21D88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49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701A7-0DA4-4204-9A13-6EB4EEC1B5F6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968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CFB27-E56A-4F69-B5CB-A47A050C61A1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25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595DC-515B-4EC9-95A8-A5D60448781E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31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5E7BF-6BEF-48F3-B28D-09AE7615366F}" type="datetime1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05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58CE9-EA86-4B9B-BF65-2F616C2ADBA4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05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09F99-FC39-458C-B9C1-0B625B8072B9}" type="datetime1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21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45DBB-7D5E-4EDB-971B-EC4A4CDF1C0E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243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47C49-5776-40E1-8B05-D2FDFB1D2CF6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41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D42F3-3F2E-4003-A331-2885950D86FB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EE635-9D89-480A-AA3E-5FEA9493AD49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729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E7AB-C26D-4123-A82D-1EF6E85A1ECF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20928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EF793-E9BB-4707-8C2B-E4614554E36E}" type="datetime1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1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3814A-116E-4A2A-8773-ABDC98881842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9891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FBCFD-D064-4EAA-8C6A-D102F0CAD103}" type="datetime1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389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D7F24-E731-4DFE-8722-E60295BF8E43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216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256-5245-4231-9488-78BCC55E8671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88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09A88-B1A5-4C37-8E51-E4DBE1880F95}" type="datetime1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ED280-3340-42C1-8BD2-A2BD42FE84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0052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rinithya1503/clinical-biostats-portfolio/tree/main/projects/02_tmf_audit_metric_analysi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slide" Target="slide8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6B491-503A-53D2-B40D-D299A65D6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189" y="1290320"/>
            <a:ext cx="9001462" cy="2387600"/>
          </a:xfrm>
        </p:spPr>
        <p:txBody>
          <a:bodyPr>
            <a:noAutofit/>
          </a:bodyPr>
          <a:lstStyle/>
          <a:p>
            <a:r>
              <a:rPr lang="en-IN" sz="4000" dirty="0">
                <a:cs typeface="Arial" panose="020B0604020202020204" pitchFamily="34" charset="0"/>
              </a:rPr>
              <a:t>ONCO-2023-001: Independent TMF Compliance Audit &amp; Site Risk Analytics Framework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87F1EF-9BB0-96A6-9BA6-80BD60692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03600" y="3931920"/>
            <a:ext cx="5953760" cy="115824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IN" sz="2000" b="1" dirty="0"/>
              <a:t>Presenter</a:t>
            </a:r>
            <a:r>
              <a:rPr lang="en-IN" sz="2000" dirty="0"/>
              <a:t>: Sri Nithya S</a:t>
            </a:r>
          </a:p>
          <a:p>
            <a:pPr algn="l"/>
            <a:r>
              <a:rPr lang="en-IN" sz="2000" b="1" dirty="0"/>
              <a:t>Context: </a:t>
            </a:r>
            <a:r>
              <a:rPr lang="en-IN" sz="2000" dirty="0"/>
              <a:t>Self Driven Clinical Operations Quality Initiative</a:t>
            </a:r>
          </a:p>
          <a:p>
            <a:pPr algn="l"/>
            <a:r>
              <a:rPr lang="en-IN" sz="2000" dirty="0"/>
              <a:t>Repository: </a:t>
            </a:r>
            <a:r>
              <a:rPr lang="en-IN" sz="2000" dirty="0">
                <a:hlinkClick r:id="rId2"/>
              </a:rPr>
              <a:t>Github Project </a:t>
            </a: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FD3DD-CCBB-5E95-A012-7233AAEE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733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>
                <a:cs typeface="Arial" panose="020B0604020202020204" pitchFamily="34" charset="0"/>
              </a:rPr>
              <a:t>1</a:t>
            </a:fld>
            <a:endParaRPr lang="en-IN" sz="18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89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B5169-D94D-5207-47A9-25C068EF5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130" y="320040"/>
            <a:ext cx="10851485" cy="619760"/>
          </a:xfrm>
        </p:spPr>
        <p:txBody>
          <a:bodyPr/>
          <a:lstStyle/>
          <a:p>
            <a:r>
              <a:rPr lang="en-IN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10922-DA54-017C-B38B-12C3349E7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31" y="1683032"/>
            <a:ext cx="10353762" cy="369513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Project Background 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Objectives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 1: Regulatory Standards Construction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6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 2: Simulating Global Trials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7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 3: Clinical Operation Analytics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8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TMF Validation Outputs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r>
              <a:rPr lang="en-IN" sz="2400" dirty="0">
                <a:hlinkClick r:id="rId9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Strategy Value</a:t>
            </a:r>
            <a:endParaRPr lang="en-IN" sz="2400" dirty="0"/>
          </a:p>
          <a:p>
            <a:pPr marL="457200" indent="-457200">
              <a:buFont typeface="+mj-lt"/>
              <a:buAutoNum type="arabicPeriod"/>
            </a:pPr>
            <a:endParaRPr lang="en-IN" sz="2400" dirty="0">
              <a:solidFill>
                <a:schemeClr val="bg2"/>
              </a:solidFill>
            </a:endParaRPr>
          </a:p>
          <a:p>
            <a:pPr marL="457200" indent="-457200">
              <a:buFont typeface="+mj-lt"/>
              <a:buAutoNum type="arabicPeriod"/>
            </a:pPr>
            <a:endParaRPr lang="en-IN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43FE1-336A-0FC5-0A1E-CA66FDA8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2</a:t>
            </a:fld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410178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21CC4-72B5-3F3C-5466-95E04597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2CE17-47DE-CE75-2F51-3A158F012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2444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dirty="0"/>
              <a:t>PROJECT BACKGROUND</a:t>
            </a:r>
            <a:br>
              <a:rPr lang="en-IN" dirty="0"/>
            </a:br>
            <a:r>
              <a:rPr lang="en-IN" sz="2000" dirty="0"/>
              <a:t>The Necessity of Proactive TMF Management in CRO Operations</a:t>
            </a:r>
            <a:endParaRPr lang="en-IN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14EAA16-A295-28DD-C0C6-7E1FC67B4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9869078"/>
              </p:ext>
            </p:extLst>
          </p:nvPr>
        </p:nvGraphicFramePr>
        <p:xfrm>
          <a:off x="3620487" y="3601647"/>
          <a:ext cx="5111278" cy="28912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4A978B-16AD-708F-B842-750F3D9F03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230" y="1505727"/>
            <a:ext cx="10707540" cy="16878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accent2"/>
                </a:solidFill>
              </a:rPr>
              <a:t>The Reality </a:t>
            </a:r>
            <a:r>
              <a:rPr lang="en-IN" sz="1800" b="1" dirty="0">
                <a:solidFill>
                  <a:schemeClr val="accent2"/>
                </a:solidFill>
                <a:sym typeface="Wingdings" panose="05000000000000000000" pitchFamily="2" charset="2"/>
              </a:rPr>
              <a:t></a:t>
            </a:r>
            <a:r>
              <a:rPr lang="en-IN" sz="1800" b="1" dirty="0">
                <a:sym typeface="Wingdings" panose="05000000000000000000" pitchFamily="2" charset="2"/>
              </a:rPr>
              <a:t> </a:t>
            </a:r>
            <a:r>
              <a:rPr lang="en-IN" sz="1800" dirty="0">
                <a:effectLst/>
              </a:rPr>
              <a:t>vast document volumes across multiple investigator sites,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accent2"/>
                </a:solidFill>
                <a:effectLst/>
              </a:rPr>
              <a:t>The Vulnerability </a:t>
            </a:r>
            <a:r>
              <a:rPr lang="en-IN" sz="1800" b="1" dirty="0">
                <a:solidFill>
                  <a:schemeClr val="accent2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IN" sz="1800" dirty="0"/>
              <a:t> Traditional "reactive" TMF cleanups create high-risk backlogs, delay database locks, and strain sponsor relationships.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accent2"/>
                </a:solidFill>
              </a:rPr>
              <a:t>The Strategy </a:t>
            </a:r>
            <a:r>
              <a:rPr lang="en-IN" sz="1800" b="1" dirty="0">
                <a:solidFill>
                  <a:schemeClr val="accent2"/>
                </a:solidFill>
                <a:sym typeface="Wingdings" panose="05000000000000000000" pitchFamily="2" charset="2"/>
              </a:rPr>
              <a:t> </a:t>
            </a:r>
            <a:r>
              <a:rPr lang="en-IN" sz="1800" dirty="0"/>
              <a:t>an independent auditing workflow to bridge the gap between regulatory theory and real-world CRO monitoring actions.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21A169C4-0841-BC4E-B84F-07960561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3</a:t>
            </a:fld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271883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780A7-2015-088D-2ED5-F5FDB9894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9FF04-CE6E-602F-724E-B3C051CE4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952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dirty="0"/>
              <a:t>PROJECT OBJECTIVES</a:t>
            </a:r>
            <a:br>
              <a:rPr lang="en-IN" dirty="0"/>
            </a:br>
            <a:r>
              <a:rPr lang="en-IN" sz="2000" dirty="0"/>
              <a:t>Designing a Regulatory-Aligned TMF Auditing Framework</a:t>
            </a:r>
            <a:endParaRPr lang="en-IN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9F27853-2A95-B76A-B5D7-A6E9FF08E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235" y="1901966"/>
            <a:ext cx="10037530" cy="347267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accent2"/>
                </a:solidFill>
                <a:effectLst/>
              </a:rPr>
              <a:t>Standardize </a:t>
            </a:r>
            <a:r>
              <a:rPr lang="en-IN" b="1" dirty="0">
                <a:solidFill>
                  <a:schemeClr val="accent2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IN" b="1" dirty="0">
                <a:solidFill>
                  <a:schemeClr val="accent2"/>
                </a:solidFill>
                <a:effectLst/>
              </a:rPr>
              <a:t> </a:t>
            </a:r>
            <a:r>
              <a:rPr lang="en-IN" dirty="0">
                <a:effectLst/>
              </a:rPr>
              <a:t>Define expected trial documentation benchmarks across international boundaries.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accent2"/>
                </a:solidFill>
                <a:effectLst/>
              </a:rPr>
              <a:t>Validate </a:t>
            </a:r>
            <a:r>
              <a:rPr lang="en-IN" b="1" dirty="0">
                <a:solidFill>
                  <a:schemeClr val="accent2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IN" dirty="0">
                <a:effectLst/>
              </a:rPr>
              <a:t> Evaluate document completeness, quality, timelines, and signature authenticity.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accent2"/>
                </a:solidFill>
                <a:effectLst/>
              </a:rPr>
              <a:t>Identify </a:t>
            </a:r>
            <a:r>
              <a:rPr lang="en-IN" b="1" dirty="0">
                <a:solidFill>
                  <a:schemeClr val="accent2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IN" dirty="0">
                <a:effectLst/>
              </a:rPr>
              <a:t>Pinpoint site-level compliance risks before they trigger regulatory audit findings.</a:t>
            </a:r>
          </a:p>
          <a:p>
            <a:pPr marL="457200" indent="-457200">
              <a:buFont typeface="+mj-lt"/>
              <a:buAutoNum type="arabicPeriod"/>
            </a:pPr>
            <a:r>
              <a:rPr lang="en-IN" b="1" dirty="0">
                <a:solidFill>
                  <a:schemeClr val="accent2"/>
                </a:solidFill>
                <a:effectLst/>
              </a:rPr>
              <a:t>Execute </a:t>
            </a:r>
            <a:r>
              <a:rPr lang="en-IN" b="1" dirty="0">
                <a:solidFill>
                  <a:schemeClr val="accent2"/>
                </a:solidFill>
                <a:effectLst/>
                <a:sym typeface="Wingdings" panose="05000000000000000000" pitchFamily="2" charset="2"/>
              </a:rPr>
              <a:t></a:t>
            </a:r>
            <a:r>
              <a:rPr lang="en-IN" dirty="0">
                <a:solidFill>
                  <a:schemeClr val="accent2"/>
                </a:solidFill>
                <a:effectLst/>
              </a:rPr>
              <a:t> </a:t>
            </a:r>
            <a:r>
              <a:rPr lang="en-IN" dirty="0">
                <a:effectLst/>
              </a:rPr>
              <a:t>Generate operational outputs that exactly mirror CRO clinical operations workflows.</a:t>
            </a:r>
          </a:p>
          <a:p>
            <a:endParaRPr lang="en-IN" sz="1800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323BCB6A-6D64-7ABA-1312-F0E74C16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4</a:t>
            </a:fld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334983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BB46A-7113-33DF-DE6C-985E0872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03CA7-8C92-8AEC-BDA4-E42D52993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cap="none" dirty="0"/>
              <a:t>PILLAR- I: CONSTRUCTING REGULATORY STANDARDS</a:t>
            </a:r>
            <a:endParaRPr lang="en-IN" cap="non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4B6DE17-8892-4B28-1EDA-448A9C0AB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5</a:t>
            </a:fld>
            <a:endParaRPr lang="en-IN" sz="1800" b="1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1F0625-F265-EFA4-EB50-75430ED9C1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052426"/>
              </p:ext>
            </p:extLst>
          </p:nvPr>
        </p:nvGraphicFramePr>
        <p:xfrm>
          <a:off x="497840" y="1656397"/>
          <a:ext cx="10403840" cy="4500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3370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A8567D-47CA-2A92-2453-A059170F20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15" y="769496"/>
            <a:ext cx="11633712" cy="5479539"/>
          </a:xfrm>
          <a:prstGeom prst="rect">
            <a:avLst/>
          </a:prstGeom>
        </p:spPr>
      </p:pic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BCF7351-EC36-1CA5-6803-971B23404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6</a:t>
            </a:fld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11272304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E67C-E4C4-7BBA-9F88-96E2F0B9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27E79-D20D-71CA-4EA2-13F7FD6C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cap="none" dirty="0"/>
              <a:t>PILLAR-</a:t>
            </a:r>
            <a:r>
              <a:rPr lang="en-IN" sz="2800" dirty="0"/>
              <a:t> Ii: SIMULATING GLOBAL TRIAL COMPLEXXITY </a:t>
            </a:r>
            <a:endParaRPr lang="en-IN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17CF169-F0EB-C5AD-162A-56878090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7</a:t>
            </a:fld>
            <a:endParaRPr lang="en-IN" sz="1800" b="1" dirty="0"/>
          </a:p>
        </p:txBody>
      </p:sp>
      <p:pic>
        <p:nvPicPr>
          <p:cNvPr id="10" name="Picture 9" descr="AI generated image">
            <a:extLst>
              <a:ext uri="{FF2B5EF4-FFF2-40B4-BE49-F238E27FC236}">
                <a16:creationId xmlns:a16="http://schemas.microsoft.com/office/drawing/2014/main" id="{05AB9678-6F27-3239-F23C-1CE1A688C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537" y="1494617"/>
            <a:ext cx="8828925" cy="481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932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FBF9F-8732-200A-A166-695FD6C80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90FFF-931F-B95A-8448-85F4AB29D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cap="none" dirty="0"/>
              <a:t>PILLAR- III: CLINICAL OPERATIONS ANALYTICS</a:t>
            </a:r>
            <a:endParaRPr lang="en-IN" cap="none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42F897C-9696-6E10-9984-C8779AD0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8</a:t>
            </a:fld>
            <a:endParaRPr lang="en-IN" sz="18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5707246-7B6C-3811-72FF-C024648409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94916215"/>
              </p:ext>
            </p:extLst>
          </p:nvPr>
        </p:nvGraphicFramePr>
        <p:xfrm>
          <a:off x="2286000" y="1664547"/>
          <a:ext cx="8158480" cy="403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365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9A2A1-F012-DE21-4E2E-6AFEA7CA0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0DF5-DD65-94E4-6D13-7A793C80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dirty="0"/>
              <a:t>PROJECT OPERATIONAL OUTPUTS – GOVERNANCE &amp; SOP WORKFLOWS</a:t>
            </a:r>
            <a:endParaRPr lang="en-IN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C5765C7A-2083-304A-8BC0-E054B8AC6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9</a:t>
            </a:fld>
            <a:endParaRPr lang="en-IN" sz="1800" b="1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B597557-E0FD-3BC1-C2F8-D6B3314B51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5284870"/>
              </p:ext>
            </p:extLst>
          </p:nvPr>
        </p:nvGraphicFramePr>
        <p:xfrm>
          <a:off x="2169160" y="1823137"/>
          <a:ext cx="7853680" cy="1697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5F577CF-E068-E1D8-1023-EAB6D6F104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5268750"/>
              </p:ext>
            </p:extLst>
          </p:nvPr>
        </p:nvGraphicFramePr>
        <p:xfrm>
          <a:off x="1732280" y="4022724"/>
          <a:ext cx="8727440" cy="246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600369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2AD5B-A991-4A39-0FC1-63B338595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ED9A6B13-B452-E225-4D9D-89E312FC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10</a:t>
            </a:fld>
            <a:endParaRPr lang="en-IN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DFEF4-6B9F-5710-ECB4-0EB63DE8D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" y="2114988"/>
            <a:ext cx="11511280" cy="309709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97192894-21A0-3B25-6BBD-720DEECB5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dirty="0"/>
              <a:t>OUTPUT FILE – TRIAL RECONCILIATION LOG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73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A3A74-D6EB-94B7-1648-58F2DB91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ABF05FE9-859C-37E4-30B3-08C7905AC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11</a:t>
            </a:fld>
            <a:endParaRPr lang="en-IN" sz="1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27C571-6A90-80D9-BF71-DA66DEB38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95" y="4495429"/>
            <a:ext cx="11130609" cy="11332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7EB790-16CF-22A7-73A0-0CFBFD3227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48" y="1746183"/>
            <a:ext cx="11661304" cy="188501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B2A9BFBB-8576-C70D-F050-E734F985C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dirty="0"/>
              <a:t>OUTPUT FILE – SITE RISK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0412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485B5-DF4C-37AC-77F7-E5420B50A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19AAB33C-34BA-9568-433B-6C9591A7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12</a:t>
            </a:fld>
            <a:endParaRPr lang="en-IN" sz="1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BAB7B-64DE-8C82-5133-8FEB9D1A6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80" y="1989187"/>
            <a:ext cx="11775440" cy="28796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0A7845-F7D1-EA7A-EC9F-5AAF5FEE3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46076"/>
            <a:ext cx="10524660" cy="974724"/>
          </a:xfrm>
        </p:spPr>
        <p:txBody>
          <a:bodyPr>
            <a:normAutofit/>
          </a:bodyPr>
          <a:lstStyle/>
          <a:p>
            <a:r>
              <a:rPr lang="en-IN" sz="2800" dirty="0"/>
              <a:t>OUTPUT FILE – DISCREPANCY LOG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356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B3D6-7792-BF9A-865E-7E5C0A7CE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A72C-D0C4-43CB-187F-209893635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33" y="544032"/>
            <a:ext cx="10524660" cy="1217831"/>
          </a:xfrm>
        </p:spPr>
        <p:txBody>
          <a:bodyPr>
            <a:normAutofit/>
          </a:bodyPr>
          <a:lstStyle/>
          <a:p>
            <a:r>
              <a:rPr lang="en-IN" sz="2800" dirty="0"/>
              <a:t>KEY TAKEAWAYS &amp; STRATEGY VALUE</a:t>
            </a:r>
            <a:br>
              <a:rPr lang="en-IN" sz="2800" dirty="0"/>
            </a:br>
            <a:r>
              <a:rPr lang="en-IN" sz="2000" dirty="0"/>
              <a:t>Transforming TMF Management from a Burden to a Competitive Advantage</a:t>
            </a:r>
            <a:endParaRPr lang="en-IN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BFF698A8-1452-9E46-36CD-3ECACD05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13</a:t>
            </a:fld>
            <a:endParaRPr lang="en-IN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D3622-7073-4436-843B-2AB595A0D37D}"/>
              </a:ext>
            </a:extLst>
          </p:cNvPr>
          <p:cNvSpPr txBox="1"/>
          <p:nvPr/>
        </p:nvSpPr>
        <p:spPr>
          <a:xfrm>
            <a:off x="1356360" y="2842005"/>
            <a:ext cx="94792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Proves that continuous data-driven TMF auditing reduces regulatory exposure.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Demonstrates robust CRO oversight capabilities, directly boosting sponsor trust and retention.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Ensures the simulated study remains in a constant state of inspection-readiness for global regulatory authorities.</a:t>
            </a:r>
          </a:p>
        </p:txBody>
      </p:sp>
    </p:spTree>
    <p:extLst>
      <p:ext uri="{BB962C8B-B14F-4D97-AF65-F5344CB8AC3E}">
        <p14:creationId xmlns:p14="http://schemas.microsoft.com/office/powerpoint/2010/main" val="51802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3D4EE-4F7F-CBCC-CA01-E128037AD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9197-4CF0-8261-4EEC-3BC69B075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68" y="357057"/>
            <a:ext cx="10434314" cy="1041437"/>
          </a:xfrm>
        </p:spPr>
        <p:txBody>
          <a:bodyPr>
            <a:normAutofit/>
          </a:bodyPr>
          <a:lstStyle/>
          <a:p>
            <a:r>
              <a:rPr lang="en-IN" sz="2800" dirty="0"/>
              <a:t>REAL WORLD EXECUTION : TMF SPECIALIST ROLE </a:t>
            </a:r>
            <a:endParaRPr lang="en-IN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3AD5CC3-3488-4BF1-D686-34AF6CC81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455" y="6492875"/>
            <a:ext cx="753545" cy="365125"/>
          </a:xfrm>
        </p:spPr>
        <p:txBody>
          <a:bodyPr/>
          <a:lstStyle/>
          <a:p>
            <a:fld id="{DA2ED280-3340-42C1-8BD2-A2BD42FE84F8}" type="slidenum">
              <a:rPr lang="en-IN" sz="1800" b="1" smtClean="0"/>
              <a:t>14</a:t>
            </a:fld>
            <a:endParaRPr lang="en-IN" sz="1800" b="1" dirty="0"/>
          </a:p>
        </p:txBody>
      </p:sp>
      <p:pic>
        <p:nvPicPr>
          <p:cNvPr id="5" name="Picture 4" descr="AI generated image">
            <a:extLst>
              <a:ext uri="{FF2B5EF4-FFF2-40B4-BE49-F238E27FC236}">
                <a16:creationId xmlns:a16="http://schemas.microsoft.com/office/drawing/2014/main" id="{C310982B-D32F-82E4-E4A4-6E71CA7E8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313" y="1633959"/>
            <a:ext cx="8935669" cy="462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876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FBB3C-28A6-D0D2-C0D8-A1734201A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188" y="2578250"/>
            <a:ext cx="10353761" cy="1326321"/>
          </a:xfrm>
        </p:spPr>
        <p:txBody>
          <a:bodyPr>
            <a:normAutofit/>
          </a:bodyPr>
          <a:lstStyle/>
          <a:p>
            <a:r>
              <a:rPr lang="en-IN" sz="4400" dirty="0"/>
              <a:t>THANK YOU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423D11-1DA5-E2E0-A68E-0A73CBFED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D280-3340-42C1-8BD2-A2BD42FE84F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847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162</TotalTime>
  <Words>416</Words>
  <Application>Microsoft Office PowerPoint</Application>
  <PresentationFormat>Widescreen</PresentationFormat>
  <Paragraphs>82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Bookman Old Style</vt:lpstr>
      <vt:lpstr>Calibri</vt:lpstr>
      <vt:lpstr>Rockwell</vt:lpstr>
      <vt:lpstr>Wingdings</vt:lpstr>
      <vt:lpstr>Damask</vt:lpstr>
      <vt:lpstr>ONCO-2023-001: Independent TMF Compliance Audit &amp; Site Risk Analytics Framework</vt:lpstr>
      <vt:lpstr>Table of contents</vt:lpstr>
      <vt:lpstr>PROJECT BACKGROUND The Necessity of Proactive TMF Management in CRO Operations</vt:lpstr>
      <vt:lpstr>PROJECT OBJECTIVES Designing a Regulatory-Aligned TMF Auditing Framework</vt:lpstr>
      <vt:lpstr>PILLAR- I: CONSTRUCTING REGULATORY STANDARDS</vt:lpstr>
      <vt:lpstr>PowerPoint Presentation</vt:lpstr>
      <vt:lpstr>PILLAR- Ii: SIMULATING GLOBAL TRIAL COMPLEXXITY </vt:lpstr>
      <vt:lpstr>PILLAR- III: CLINICAL OPERATIONS ANALYTICS</vt:lpstr>
      <vt:lpstr>PROJECT OPERATIONAL OUTPUTS – GOVERNANCE &amp; SOP WORKFLOWS</vt:lpstr>
      <vt:lpstr>OUTPUT FILE – TRIAL RECONCILIATION LOG</vt:lpstr>
      <vt:lpstr>OUTPUT FILE – SITE RISK ANALYSIS</vt:lpstr>
      <vt:lpstr>OUTPUT FILE – DISCREPANCY LOG</vt:lpstr>
      <vt:lpstr>KEY TAKEAWAYS &amp; STRATEGY VALUE Transforming TMF Management from a Burden to a Competitive Advantage</vt:lpstr>
      <vt:lpstr>REAL WORLD EXECUTION : TMF SPECIALIST ROLE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 Nithya S</dc:creator>
  <cp:lastModifiedBy>Sri Nithya S</cp:lastModifiedBy>
  <cp:revision>4</cp:revision>
  <dcterms:created xsi:type="dcterms:W3CDTF">2026-06-23T05:15:30Z</dcterms:created>
  <dcterms:modified xsi:type="dcterms:W3CDTF">2026-06-23T08:00:29Z</dcterms:modified>
</cp:coreProperties>
</file>